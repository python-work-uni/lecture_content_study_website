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4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5.xml" ContentType="application/vnd.openxmlformats-officedocument.theme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2" r:id="rId4"/>
    <p:sldMasterId id="2147483713" r:id="rId5"/>
    <p:sldMasterId id="2147483720" r:id="rId6"/>
    <p:sldMasterId id="2147483725" r:id="rId7"/>
    <p:sldMasterId id="2147483648" r:id="rId8"/>
    <p:sldMasterId id="2147483753" r:id="rId9"/>
  </p:sldMasterIdLst>
  <p:notesMasterIdLst>
    <p:notesMasterId r:id="rId49"/>
  </p:notesMasterIdLst>
  <p:sldIdLst>
    <p:sldId id="519" r:id="rId10"/>
    <p:sldId id="520" r:id="rId11"/>
    <p:sldId id="521" r:id="rId12"/>
    <p:sldId id="542" r:id="rId13"/>
    <p:sldId id="522" r:id="rId14"/>
    <p:sldId id="541" r:id="rId15"/>
    <p:sldId id="555" r:id="rId16"/>
    <p:sldId id="567" r:id="rId17"/>
    <p:sldId id="523" r:id="rId18"/>
    <p:sldId id="556" r:id="rId19"/>
    <p:sldId id="525" r:id="rId20"/>
    <p:sldId id="543" r:id="rId21"/>
    <p:sldId id="544" r:id="rId22"/>
    <p:sldId id="557" r:id="rId23"/>
    <p:sldId id="561" r:id="rId24"/>
    <p:sldId id="564" r:id="rId25"/>
    <p:sldId id="546" r:id="rId26"/>
    <p:sldId id="274" r:id="rId27"/>
    <p:sldId id="275" r:id="rId28"/>
    <p:sldId id="276" r:id="rId29"/>
    <p:sldId id="278" r:id="rId30"/>
    <p:sldId id="271" r:id="rId31"/>
    <p:sldId id="280" r:id="rId32"/>
    <p:sldId id="273" r:id="rId33"/>
    <p:sldId id="286" r:id="rId34"/>
    <p:sldId id="281" r:id="rId35"/>
    <p:sldId id="562" r:id="rId36"/>
    <p:sldId id="563" r:id="rId37"/>
    <p:sldId id="565" r:id="rId38"/>
    <p:sldId id="568" r:id="rId39"/>
    <p:sldId id="527" r:id="rId40"/>
    <p:sldId id="528" r:id="rId41"/>
    <p:sldId id="529" r:id="rId42"/>
    <p:sldId id="530" r:id="rId43"/>
    <p:sldId id="531" r:id="rId44"/>
    <p:sldId id="548" r:id="rId45"/>
    <p:sldId id="538" r:id="rId46"/>
    <p:sldId id="539" r:id="rId47"/>
    <p:sldId id="540" r:id="rId48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D3551D-6E56-3115-7C93-54B8F2867FCD}" name="Dawn Leyland" initials="" userId="S::dawn.leyland@sydney.edu.au::0156b27b-d76c-496f-804d-eaf682773965" providerId="AD"/>
  <p188:author id="{B9ADBDA8-FF4E-24E2-FA2D-2D70436F6A6D}" name="Andrew Brettell" initials="AB" userId="S::andrew.brettell@sydney.edu.au::f44c2514-c849-4e7a-8552-86c664d14eb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E1"/>
    <a:srgbClr val="414141"/>
    <a:srgbClr val="000000"/>
    <a:srgbClr val="873D35"/>
    <a:srgbClr val="8F9EC9"/>
    <a:srgbClr val="1A345E"/>
    <a:srgbClr val="DAA8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374F8E-E2E8-A243-BF2C-E61000D06AFE}" v="11" dt="2026-08-02T11:50:12.17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36"/>
    <p:restoredTop sz="96137"/>
  </p:normalViewPr>
  <p:slideViewPr>
    <p:cSldViewPr snapToGrid="0">
      <p:cViewPr varScale="1">
        <p:scale>
          <a:sx n="162" d="100"/>
          <a:sy n="162" d="100"/>
        </p:scale>
        <p:origin x="4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slide" Target="slides/slide30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slide" Target="slides/slide33.xml"/><Relationship Id="rId47" Type="http://schemas.openxmlformats.org/officeDocument/2006/relationships/slide" Target="slides/slide38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53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slide" Target="slides/slide22.xml"/><Relationship Id="rId44" Type="http://schemas.openxmlformats.org/officeDocument/2006/relationships/slide" Target="slides/slide35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slide" Target="slides/slide34.xml"/><Relationship Id="rId48" Type="http://schemas.openxmlformats.org/officeDocument/2006/relationships/slide" Target="slides/slide39.xml"/><Relationship Id="rId56" Type="http://schemas.microsoft.com/office/2018/10/relationships/authors" Target="authors.xml"/><Relationship Id="rId8" Type="http://schemas.openxmlformats.org/officeDocument/2006/relationships/slideMaster" Target="slideMasters/slideMaster5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slide" Target="slides/slide37.xml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54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ng Joon Lim" userId="ee26ecc5-3d3d-4851-9def-c7bdcf3d218c" providerId="ADAL" clId="{508F0780-79AD-56D6-A6BF-53C05FAF30D0}"/>
    <pc:docChg chg="undo custSel addSld delSld modSld sldOrd">
      <pc:chgData name="Teng Joon Lim" userId="ee26ecc5-3d3d-4851-9def-c7bdcf3d218c" providerId="ADAL" clId="{508F0780-79AD-56D6-A6BF-53C05FAF30D0}" dt="2026-08-02T12:03:58.042" v="1927" actId="2696"/>
      <pc:docMkLst>
        <pc:docMk/>
      </pc:docMkLst>
      <pc:sldChg chg="modSp add">
        <pc:chgData name="Teng Joon Lim" userId="ee26ecc5-3d3d-4851-9def-c7bdcf3d218c" providerId="ADAL" clId="{508F0780-79AD-56D6-A6BF-53C05FAF30D0}" dt="2026-08-02T11:47:24.888" v="1079"/>
        <pc:sldMkLst>
          <pc:docMk/>
          <pc:sldMk cId="313972801" sldId="271"/>
        </pc:sldMkLst>
        <pc:spChg chg="mod">
          <ac:chgData name="Teng Joon Lim" userId="ee26ecc5-3d3d-4851-9def-c7bdcf3d218c" providerId="ADAL" clId="{508F0780-79AD-56D6-A6BF-53C05FAF30D0}" dt="2026-08-02T11:47:24.888" v="1079"/>
          <ac:spMkLst>
            <pc:docMk/>
            <pc:sldMk cId="313972801" sldId="271"/>
            <ac:spMk id="2" creationId="{1D89E5D7-8A93-B8E6-31F5-E6E7CD3EFAC7}"/>
          </ac:spMkLst>
        </pc:spChg>
      </pc:sldChg>
      <pc:sldChg chg="modSp add mod">
        <pc:chgData name="Teng Joon Lim" userId="ee26ecc5-3d3d-4851-9def-c7bdcf3d218c" providerId="ADAL" clId="{508F0780-79AD-56D6-A6BF-53C05FAF30D0}" dt="2026-08-02T11:49:16.236" v="1099" actId="20577"/>
        <pc:sldMkLst>
          <pc:docMk/>
          <pc:sldMk cId="201563508" sldId="273"/>
        </pc:sldMkLst>
        <pc:spChg chg="mod">
          <ac:chgData name="Teng Joon Lim" userId="ee26ecc5-3d3d-4851-9def-c7bdcf3d218c" providerId="ADAL" clId="{508F0780-79AD-56D6-A6BF-53C05FAF30D0}" dt="2026-08-02T11:48:10.940" v="1080"/>
          <ac:spMkLst>
            <pc:docMk/>
            <pc:sldMk cId="201563508" sldId="273"/>
            <ac:spMk id="2" creationId="{F3A8615C-C4F0-EC1D-5F32-2C4C4B5DDDBE}"/>
          </ac:spMkLst>
        </pc:spChg>
        <pc:spChg chg="mod">
          <ac:chgData name="Teng Joon Lim" userId="ee26ecc5-3d3d-4851-9def-c7bdcf3d218c" providerId="ADAL" clId="{508F0780-79AD-56D6-A6BF-53C05FAF30D0}" dt="2026-08-02T11:49:10.185" v="1094" actId="20577"/>
          <ac:spMkLst>
            <pc:docMk/>
            <pc:sldMk cId="201563508" sldId="273"/>
            <ac:spMk id="4" creationId="{89CF6462-9047-129B-077B-335AC0AC7810}"/>
          </ac:spMkLst>
        </pc:spChg>
        <pc:spChg chg="mod">
          <ac:chgData name="Teng Joon Lim" userId="ee26ecc5-3d3d-4851-9def-c7bdcf3d218c" providerId="ADAL" clId="{508F0780-79AD-56D6-A6BF-53C05FAF30D0}" dt="2026-08-02T11:49:16.236" v="1099" actId="20577"/>
          <ac:spMkLst>
            <pc:docMk/>
            <pc:sldMk cId="201563508" sldId="273"/>
            <ac:spMk id="5" creationId="{BD5932FA-8F9B-6C8D-FC1E-2617C8681C69}"/>
          </ac:spMkLst>
        </pc:spChg>
      </pc:sldChg>
      <pc:sldChg chg="delSp modSp add mod">
        <pc:chgData name="Teng Joon Lim" userId="ee26ecc5-3d3d-4851-9def-c7bdcf3d218c" providerId="ADAL" clId="{508F0780-79AD-56D6-A6BF-53C05FAF30D0}" dt="2026-08-02T11:35:06.872" v="817" actId="478"/>
        <pc:sldMkLst>
          <pc:docMk/>
          <pc:sldMk cId="3924325075" sldId="274"/>
        </pc:sldMkLst>
        <pc:spChg chg="mod">
          <ac:chgData name="Teng Joon Lim" userId="ee26ecc5-3d3d-4851-9def-c7bdcf3d218c" providerId="ADAL" clId="{508F0780-79AD-56D6-A6BF-53C05FAF30D0}" dt="2026-08-02T11:34:32.945" v="789"/>
          <ac:spMkLst>
            <pc:docMk/>
            <pc:sldMk cId="3924325075" sldId="274"/>
            <ac:spMk id="2" creationId="{8769FC1D-ACC1-A526-9CC4-15704C0CC82E}"/>
          </ac:spMkLst>
        </pc:spChg>
        <pc:spChg chg="mod">
          <ac:chgData name="Teng Joon Lim" userId="ee26ecc5-3d3d-4851-9def-c7bdcf3d218c" providerId="ADAL" clId="{508F0780-79AD-56D6-A6BF-53C05FAF30D0}" dt="2026-08-02T11:34:58.104" v="816" actId="20577"/>
          <ac:spMkLst>
            <pc:docMk/>
            <pc:sldMk cId="3924325075" sldId="274"/>
            <ac:spMk id="4" creationId="{33B1D9E1-3AD3-1AD8-B3B4-931AADE2475E}"/>
          </ac:spMkLst>
        </pc:spChg>
        <pc:spChg chg="del">
          <ac:chgData name="Teng Joon Lim" userId="ee26ecc5-3d3d-4851-9def-c7bdcf3d218c" providerId="ADAL" clId="{508F0780-79AD-56D6-A6BF-53C05FAF30D0}" dt="2026-08-02T11:35:06.872" v="817" actId="478"/>
          <ac:spMkLst>
            <pc:docMk/>
            <pc:sldMk cId="3924325075" sldId="274"/>
            <ac:spMk id="5" creationId="{17B02381-E617-9DE0-B691-AE0F8EAD8D22}"/>
          </ac:spMkLst>
        </pc:spChg>
      </pc:sldChg>
      <pc:sldChg chg="modSp add mod">
        <pc:chgData name="Teng Joon Lim" userId="ee26ecc5-3d3d-4851-9def-c7bdcf3d218c" providerId="ADAL" clId="{508F0780-79AD-56D6-A6BF-53C05FAF30D0}" dt="2026-08-02T11:39:16.508" v="833" actId="115"/>
        <pc:sldMkLst>
          <pc:docMk/>
          <pc:sldMk cId="3658317262" sldId="275"/>
        </pc:sldMkLst>
        <pc:spChg chg="mod">
          <ac:chgData name="Teng Joon Lim" userId="ee26ecc5-3d3d-4851-9def-c7bdcf3d218c" providerId="ADAL" clId="{508F0780-79AD-56D6-A6BF-53C05FAF30D0}" dt="2026-08-02T11:37:37.794" v="818"/>
          <ac:spMkLst>
            <pc:docMk/>
            <pc:sldMk cId="3658317262" sldId="275"/>
            <ac:spMk id="2" creationId="{F1566E17-BA33-53C2-314D-9B6AED6FB4BC}"/>
          </ac:spMkLst>
        </pc:spChg>
        <pc:spChg chg="mod">
          <ac:chgData name="Teng Joon Lim" userId="ee26ecc5-3d3d-4851-9def-c7bdcf3d218c" providerId="ADAL" clId="{508F0780-79AD-56D6-A6BF-53C05FAF30D0}" dt="2026-08-02T11:39:16.508" v="833" actId="115"/>
          <ac:spMkLst>
            <pc:docMk/>
            <pc:sldMk cId="3658317262" sldId="275"/>
            <ac:spMk id="5" creationId="{CD9CFC86-10DF-2DC8-2B6D-1BDBE6F0FC83}"/>
          </ac:spMkLst>
        </pc:spChg>
      </pc:sldChg>
      <pc:sldChg chg="modSp add mod">
        <pc:chgData name="Teng Joon Lim" userId="ee26ecc5-3d3d-4851-9def-c7bdcf3d218c" providerId="ADAL" clId="{508F0780-79AD-56D6-A6BF-53C05FAF30D0}" dt="2026-08-02T11:46:56.096" v="1078" actId="113"/>
        <pc:sldMkLst>
          <pc:docMk/>
          <pc:sldMk cId="2762759484" sldId="276"/>
        </pc:sldMkLst>
        <pc:spChg chg="mod">
          <ac:chgData name="Teng Joon Lim" userId="ee26ecc5-3d3d-4851-9def-c7bdcf3d218c" providerId="ADAL" clId="{508F0780-79AD-56D6-A6BF-53C05FAF30D0}" dt="2026-08-02T11:41:13.193" v="834"/>
          <ac:spMkLst>
            <pc:docMk/>
            <pc:sldMk cId="2762759484" sldId="276"/>
            <ac:spMk id="2" creationId="{2D8161D1-634D-C237-2ADD-FE2D557BFE4F}"/>
          </ac:spMkLst>
        </pc:spChg>
        <pc:spChg chg="mod">
          <ac:chgData name="Teng Joon Lim" userId="ee26ecc5-3d3d-4851-9def-c7bdcf3d218c" providerId="ADAL" clId="{508F0780-79AD-56D6-A6BF-53C05FAF30D0}" dt="2026-08-02T11:42:47.632" v="997" actId="20577"/>
          <ac:spMkLst>
            <pc:docMk/>
            <pc:sldMk cId="2762759484" sldId="276"/>
            <ac:spMk id="4" creationId="{DA34B6D1-067C-FA89-99B8-12BC28032383}"/>
          </ac:spMkLst>
        </pc:spChg>
        <pc:spChg chg="mod">
          <ac:chgData name="Teng Joon Lim" userId="ee26ecc5-3d3d-4851-9def-c7bdcf3d218c" providerId="ADAL" clId="{508F0780-79AD-56D6-A6BF-53C05FAF30D0}" dt="2026-08-02T11:46:56.096" v="1078" actId="113"/>
          <ac:spMkLst>
            <pc:docMk/>
            <pc:sldMk cId="2762759484" sldId="276"/>
            <ac:spMk id="5" creationId="{A5A14C3D-92FA-5A21-B91B-CB07ED2A1A73}"/>
          </ac:spMkLst>
        </pc:spChg>
      </pc:sldChg>
      <pc:sldChg chg="modSp add">
        <pc:chgData name="Teng Joon Lim" userId="ee26ecc5-3d3d-4851-9def-c7bdcf3d218c" providerId="ADAL" clId="{508F0780-79AD-56D6-A6BF-53C05FAF30D0}" dt="2026-08-02T11:47:24.888" v="1079"/>
        <pc:sldMkLst>
          <pc:docMk/>
          <pc:sldMk cId="493435302" sldId="278"/>
        </pc:sldMkLst>
        <pc:spChg chg="mod">
          <ac:chgData name="Teng Joon Lim" userId="ee26ecc5-3d3d-4851-9def-c7bdcf3d218c" providerId="ADAL" clId="{508F0780-79AD-56D6-A6BF-53C05FAF30D0}" dt="2026-08-02T11:47:24.888" v="1079"/>
          <ac:spMkLst>
            <pc:docMk/>
            <pc:sldMk cId="493435302" sldId="278"/>
            <ac:spMk id="2" creationId="{16C11E83-3E6E-7CA3-7F19-39A1E6250954}"/>
          </ac:spMkLst>
        </pc:spChg>
      </pc:sldChg>
      <pc:sldChg chg="modSp add">
        <pc:chgData name="Teng Joon Lim" userId="ee26ecc5-3d3d-4851-9def-c7bdcf3d218c" providerId="ADAL" clId="{508F0780-79AD-56D6-A6BF-53C05FAF30D0}" dt="2026-08-02T11:47:24.888" v="1079"/>
        <pc:sldMkLst>
          <pc:docMk/>
          <pc:sldMk cId="77869648" sldId="280"/>
        </pc:sldMkLst>
        <pc:spChg chg="mod">
          <ac:chgData name="Teng Joon Lim" userId="ee26ecc5-3d3d-4851-9def-c7bdcf3d218c" providerId="ADAL" clId="{508F0780-79AD-56D6-A6BF-53C05FAF30D0}" dt="2026-08-02T11:47:24.888" v="1079"/>
          <ac:spMkLst>
            <pc:docMk/>
            <pc:sldMk cId="77869648" sldId="280"/>
            <ac:spMk id="2" creationId="{5552BC23-DE8D-1C18-6C6D-75F300AAD6A7}"/>
          </ac:spMkLst>
        </pc:spChg>
      </pc:sldChg>
      <pc:sldChg chg="modSp add">
        <pc:chgData name="Teng Joon Lim" userId="ee26ecc5-3d3d-4851-9def-c7bdcf3d218c" providerId="ADAL" clId="{508F0780-79AD-56D6-A6BF-53C05FAF30D0}" dt="2026-08-02T11:50:12.173" v="1100"/>
        <pc:sldMkLst>
          <pc:docMk/>
          <pc:sldMk cId="650718521" sldId="281"/>
        </pc:sldMkLst>
        <pc:spChg chg="mod">
          <ac:chgData name="Teng Joon Lim" userId="ee26ecc5-3d3d-4851-9def-c7bdcf3d218c" providerId="ADAL" clId="{508F0780-79AD-56D6-A6BF-53C05FAF30D0}" dt="2026-08-02T11:50:12.173" v="1100"/>
          <ac:spMkLst>
            <pc:docMk/>
            <pc:sldMk cId="650718521" sldId="281"/>
            <ac:spMk id="2" creationId="{62F5A378-20C0-2CC3-41F7-3E6016F49781}"/>
          </ac:spMkLst>
        </pc:spChg>
      </pc:sldChg>
      <pc:sldChg chg="modSp add mod">
        <pc:chgData name="Teng Joon Lim" userId="ee26ecc5-3d3d-4851-9def-c7bdcf3d218c" providerId="ADAL" clId="{508F0780-79AD-56D6-A6BF-53C05FAF30D0}" dt="2026-08-02T11:50:23.360" v="1101" actId="20577"/>
        <pc:sldMkLst>
          <pc:docMk/>
          <pc:sldMk cId="2551813845" sldId="286"/>
        </pc:sldMkLst>
        <pc:spChg chg="mod">
          <ac:chgData name="Teng Joon Lim" userId="ee26ecc5-3d3d-4851-9def-c7bdcf3d218c" providerId="ADAL" clId="{508F0780-79AD-56D6-A6BF-53C05FAF30D0}" dt="2026-08-02T11:50:12.173" v="1100"/>
          <ac:spMkLst>
            <pc:docMk/>
            <pc:sldMk cId="2551813845" sldId="286"/>
            <ac:spMk id="2" creationId="{FE4A7381-9345-23C3-3E0F-A4782C41BFEC}"/>
          </ac:spMkLst>
        </pc:spChg>
        <pc:spChg chg="mod">
          <ac:chgData name="Teng Joon Lim" userId="ee26ecc5-3d3d-4851-9def-c7bdcf3d218c" providerId="ADAL" clId="{508F0780-79AD-56D6-A6BF-53C05FAF30D0}" dt="2026-08-02T11:50:23.360" v="1101" actId="20577"/>
          <ac:spMkLst>
            <pc:docMk/>
            <pc:sldMk cId="2551813845" sldId="286"/>
            <ac:spMk id="4" creationId="{54C2A163-D122-0FAD-2F03-9AAD47B29C79}"/>
          </ac:spMkLst>
        </pc:spChg>
      </pc:sldChg>
      <pc:sldChg chg="modSp mod">
        <pc:chgData name="Teng Joon Lim" userId="ee26ecc5-3d3d-4851-9def-c7bdcf3d218c" providerId="ADAL" clId="{508F0780-79AD-56D6-A6BF-53C05FAF30D0}" dt="2026-08-02T11:12:26.241" v="690" actId="20577"/>
        <pc:sldMkLst>
          <pc:docMk/>
          <pc:sldMk cId="2343613756" sldId="523"/>
        </pc:sldMkLst>
        <pc:spChg chg="mod">
          <ac:chgData name="Teng Joon Lim" userId="ee26ecc5-3d3d-4851-9def-c7bdcf3d218c" providerId="ADAL" clId="{508F0780-79AD-56D6-A6BF-53C05FAF30D0}" dt="2026-08-02T11:12:26.241" v="690" actId="20577"/>
          <ac:spMkLst>
            <pc:docMk/>
            <pc:sldMk cId="2343613756" sldId="523"/>
            <ac:spMk id="3" creationId="{05E933B6-89B9-8BD6-2136-6872CD77D617}"/>
          </ac:spMkLst>
        </pc:spChg>
      </pc:sldChg>
      <pc:sldChg chg="modSp mod">
        <pc:chgData name="Teng Joon Lim" userId="ee26ecc5-3d3d-4851-9def-c7bdcf3d218c" providerId="ADAL" clId="{508F0780-79AD-56D6-A6BF-53C05FAF30D0}" dt="2026-07-08T10:21:47.290" v="442" actId="20577"/>
        <pc:sldMkLst>
          <pc:docMk/>
          <pc:sldMk cId="2808626454" sldId="525"/>
        </pc:sldMkLst>
        <pc:spChg chg="mod">
          <ac:chgData name="Teng Joon Lim" userId="ee26ecc5-3d3d-4851-9def-c7bdcf3d218c" providerId="ADAL" clId="{508F0780-79AD-56D6-A6BF-53C05FAF30D0}" dt="2026-07-08T10:21:47.290" v="442" actId="20577"/>
          <ac:spMkLst>
            <pc:docMk/>
            <pc:sldMk cId="2808626454" sldId="525"/>
            <ac:spMk id="3" creationId="{02013260-EEAD-58B7-B385-5F8559A6F4C7}"/>
          </ac:spMkLst>
        </pc:spChg>
      </pc:sldChg>
      <pc:sldChg chg="modSp mod">
        <pc:chgData name="Teng Joon Lim" userId="ee26ecc5-3d3d-4851-9def-c7bdcf3d218c" providerId="ADAL" clId="{508F0780-79AD-56D6-A6BF-53C05FAF30D0}" dt="2026-08-02T11:19:32.100" v="787" actId="20577"/>
        <pc:sldMkLst>
          <pc:docMk/>
          <pc:sldMk cId="2351234613" sldId="539"/>
        </pc:sldMkLst>
        <pc:spChg chg="mod">
          <ac:chgData name="Teng Joon Lim" userId="ee26ecc5-3d3d-4851-9def-c7bdcf3d218c" providerId="ADAL" clId="{508F0780-79AD-56D6-A6BF-53C05FAF30D0}" dt="2026-08-02T11:19:32.100" v="787" actId="20577"/>
          <ac:spMkLst>
            <pc:docMk/>
            <pc:sldMk cId="2351234613" sldId="539"/>
            <ac:spMk id="3" creationId="{F4F4A132-E273-833C-8A88-3C561BA51849}"/>
          </ac:spMkLst>
        </pc:spChg>
      </pc:sldChg>
      <pc:sldChg chg="addSp modSp mod">
        <pc:chgData name="Teng Joon Lim" userId="ee26ecc5-3d3d-4851-9def-c7bdcf3d218c" providerId="ADAL" clId="{508F0780-79AD-56D6-A6BF-53C05FAF30D0}" dt="2026-07-08T10:32:20.610" v="475" actId="1076"/>
        <pc:sldMkLst>
          <pc:docMk/>
          <pc:sldMk cId="4197340521" sldId="540"/>
        </pc:sldMkLst>
        <pc:spChg chg="mod">
          <ac:chgData name="Teng Joon Lim" userId="ee26ecc5-3d3d-4851-9def-c7bdcf3d218c" providerId="ADAL" clId="{508F0780-79AD-56D6-A6BF-53C05FAF30D0}" dt="2026-07-08T10:32:18.309" v="474" actId="1076"/>
          <ac:spMkLst>
            <pc:docMk/>
            <pc:sldMk cId="4197340521" sldId="540"/>
            <ac:spMk id="2" creationId="{EC399703-28B5-0C0B-A00C-391627CC9B61}"/>
          </ac:spMkLst>
        </pc:spChg>
        <pc:picChg chg="add mod">
          <ac:chgData name="Teng Joon Lim" userId="ee26ecc5-3d3d-4851-9def-c7bdcf3d218c" providerId="ADAL" clId="{508F0780-79AD-56D6-A6BF-53C05FAF30D0}" dt="2026-07-08T10:32:20.610" v="475" actId="1076"/>
          <ac:picMkLst>
            <pc:docMk/>
            <pc:sldMk cId="4197340521" sldId="540"/>
            <ac:picMk id="4" creationId="{7FF48D72-4823-7EDB-0981-BB60CB6FD144}"/>
          </ac:picMkLst>
        </pc:picChg>
      </pc:sldChg>
      <pc:sldChg chg="modSp mod">
        <pc:chgData name="Teng Joon Lim" userId="ee26ecc5-3d3d-4851-9def-c7bdcf3d218c" providerId="ADAL" clId="{508F0780-79AD-56D6-A6BF-53C05FAF30D0}" dt="2026-07-30T05:56:59.960" v="533" actId="20577"/>
        <pc:sldMkLst>
          <pc:docMk/>
          <pc:sldMk cId="333553315" sldId="542"/>
        </pc:sldMkLst>
        <pc:spChg chg="mod">
          <ac:chgData name="Teng Joon Lim" userId="ee26ecc5-3d3d-4851-9def-c7bdcf3d218c" providerId="ADAL" clId="{508F0780-79AD-56D6-A6BF-53C05FAF30D0}" dt="2026-07-30T05:56:59.960" v="533" actId="20577"/>
          <ac:spMkLst>
            <pc:docMk/>
            <pc:sldMk cId="333553315" sldId="542"/>
            <ac:spMk id="3" creationId="{FC0E95DD-0FA4-5C14-CA97-427F972C17DD}"/>
          </ac:spMkLst>
        </pc:spChg>
      </pc:sldChg>
      <pc:sldChg chg="modSp mod">
        <pc:chgData name="Teng Joon Lim" userId="ee26ecc5-3d3d-4851-9def-c7bdcf3d218c" providerId="ADAL" clId="{508F0780-79AD-56D6-A6BF-53C05FAF30D0}" dt="2026-07-08T10:22:41.904" v="444" actId="13926"/>
        <pc:sldMkLst>
          <pc:docMk/>
          <pc:sldMk cId="2729170713" sldId="544"/>
        </pc:sldMkLst>
        <pc:spChg chg="mod">
          <ac:chgData name="Teng Joon Lim" userId="ee26ecc5-3d3d-4851-9def-c7bdcf3d218c" providerId="ADAL" clId="{508F0780-79AD-56D6-A6BF-53C05FAF30D0}" dt="2026-07-08T10:22:41.904" v="444" actId="13926"/>
          <ac:spMkLst>
            <pc:docMk/>
            <pc:sldMk cId="2729170713" sldId="544"/>
            <ac:spMk id="3" creationId="{DA188551-3FB1-F634-961E-63BFE0831C92}"/>
          </ac:spMkLst>
        </pc:spChg>
      </pc:sldChg>
      <pc:sldChg chg="modSp mod ord">
        <pc:chgData name="Teng Joon Lim" userId="ee26ecc5-3d3d-4851-9def-c7bdcf3d218c" providerId="ADAL" clId="{508F0780-79AD-56D6-A6BF-53C05FAF30D0}" dt="2026-08-02T11:32:39.536" v="788" actId="20578"/>
        <pc:sldMkLst>
          <pc:docMk/>
          <pc:sldMk cId="1992495903" sldId="546"/>
        </pc:sldMkLst>
        <pc:spChg chg="mod">
          <ac:chgData name="Teng Joon Lim" userId="ee26ecc5-3d3d-4851-9def-c7bdcf3d218c" providerId="ADAL" clId="{508F0780-79AD-56D6-A6BF-53C05FAF30D0}" dt="2026-07-08T10:32:55.169" v="488" actId="20577"/>
          <ac:spMkLst>
            <pc:docMk/>
            <pc:sldMk cId="1992495903" sldId="546"/>
            <ac:spMk id="2" creationId="{9FA2F4BA-C73B-B0EE-050F-0F2F09156B75}"/>
          </ac:spMkLst>
        </pc:spChg>
        <pc:spChg chg="mod">
          <ac:chgData name="Teng Joon Lim" userId="ee26ecc5-3d3d-4851-9def-c7bdcf3d218c" providerId="ADAL" clId="{508F0780-79AD-56D6-A6BF-53C05FAF30D0}" dt="2026-08-02T11:14:19.526" v="735" actId="5793"/>
          <ac:spMkLst>
            <pc:docMk/>
            <pc:sldMk cId="1992495903" sldId="546"/>
            <ac:spMk id="3" creationId="{C33FD002-8EDF-0AF3-0AE1-949C6D86D64D}"/>
          </ac:spMkLst>
        </pc:spChg>
      </pc:sldChg>
      <pc:sldChg chg="modSp mod">
        <pc:chgData name="Teng Joon Lim" userId="ee26ecc5-3d3d-4851-9def-c7bdcf3d218c" providerId="ADAL" clId="{508F0780-79AD-56D6-A6BF-53C05FAF30D0}" dt="2026-08-02T11:14:34.056" v="736" actId="20577"/>
        <pc:sldMkLst>
          <pc:docMk/>
          <pc:sldMk cId="3873731053" sldId="557"/>
        </pc:sldMkLst>
        <pc:spChg chg="mod">
          <ac:chgData name="Teng Joon Lim" userId="ee26ecc5-3d3d-4851-9def-c7bdcf3d218c" providerId="ADAL" clId="{508F0780-79AD-56D6-A6BF-53C05FAF30D0}" dt="2026-08-02T11:14:34.056" v="736" actId="20577"/>
          <ac:spMkLst>
            <pc:docMk/>
            <pc:sldMk cId="3873731053" sldId="557"/>
            <ac:spMk id="2" creationId="{5F5FBDE8-A595-1B55-9DB2-399E2D254D5C}"/>
          </ac:spMkLst>
        </pc:spChg>
      </pc:sldChg>
      <pc:sldChg chg="modSp mod">
        <pc:chgData name="Teng Joon Lim" userId="ee26ecc5-3d3d-4851-9def-c7bdcf3d218c" providerId="ADAL" clId="{508F0780-79AD-56D6-A6BF-53C05FAF30D0}" dt="2026-07-08T10:29:37.752" v="450" actId="113"/>
        <pc:sldMkLst>
          <pc:docMk/>
          <pc:sldMk cId="3938915532" sldId="561"/>
        </pc:sldMkLst>
        <pc:spChg chg="mod">
          <ac:chgData name="Teng Joon Lim" userId="ee26ecc5-3d3d-4851-9def-c7bdcf3d218c" providerId="ADAL" clId="{508F0780-79AD-56D6-A6BF-53C05FAF30D0}" dt="2026-07-08T10:29:37.752" v="450" actId="113"/>
          <ac:spMkLst>
            <pc:docMk/>
            <pc:sldMk cId="3938915532" sldId="561"/>
            <ac:spMk id="3" creationId="{332B2A14-A9D7-12AB-B507-FDD172BA8802}"/>
          </ac:spMkLst>
        </pc:spChg>
      </pc:sldChg>
      <pc:sldChg chg="modSp mod">
        <pc:chgData name="Teng Joon Lim" userId="ee26ecc5-3d3d-4851-9def-c7bdcf3d218c" providerId="ADAL" clId="{508F0780-79AD-56D6-A6BF-53C05FAF30D0}" dt="2026-08-02T11:16:40.311" v="766" actId="20577"/>
        <pc:sldMkLst>
          <pc:docMk/>
          <pc:sldMk cId="2410098235" sldId="564"/>
        </pc:sldMkLst>
        <pc:spChg chg="mod">
          <ac:chgData name="Teng Joon Lim" userId="ee26ecc5-3d3d-4851-9def-c7bdcf3d218c" providerId="ADAL" clId="{508F0780-79AD-56D6-A6BF-53C05FAF30D0}" dt="2026-08-02T11:16:40.311" v="766" actId="20577"/>
          <ac:spMkLst>
            <pc:docMk/>
            <pc:sldMk cId="2410098235" sldId="564"/>
            <ac:spMk id="3" creationId="{764E0FF8-8A18-04C8-AE3C-A257E5A1498F}"/>
          </ac:spMkLst>
        </pc:spChg>
      </pc:sldChg>
      <pc:sldChg chg="addSp delSp modSp del mod modClrScheme chgLayout">
        <pc:chgData name="Teng Joon Lim" userId="ee26ecc5-3d3d-4851-9def-c7bdcf3d218c" providerId="ADAL" clId="{508F0780-79AD-56D6-A6BF-53C05FAF30D0}" dt="2026-08-02T12:03:58.042" v="1927" actId="2696"/>
        <pc:sldMkLst>
          <pc:docMk/>
          <pc:sldMk cId="2318996351" sldId="566"/>
        </pc:sldMkLst>
        <pc:spChg chg="mod">
          <ac:chgData name="Teng Joon Lim" userId="ee26ecc5-3d3d-4851-9def-c7bdcf3d218c" providerId="ADAL" clId="{508F0780-79AD-56D6-A6BF-53C05FAF30D0}" dt="2026-07-08T10:33:58.111" v="510" actId="26606"/>
          <ac:spMkLst>
            <pc:docMk/>
            <pc:sldMk cId="2318996351" sldId="566"/>
            <ac:spMk id="2" creationId="{D1D19629-AA97-66D2-3DE2-E2457487A327}"/>
          </ac:spMkLst>
        </pc:spChg>
        <pc:spChg chg="add del mod">
          <ac:chgData name="Teng Joon Lim" userId="ee26ecc5-3d3d-4851-9def-c7bdcf3d218c" providerId="ADAL" clId="{508F0780-79AD-56D6-A6BF-53C05FAF30D0}" dt="2026-08-02T11:18:54.882" v="786" actId="20577"/>
          <ac:spMkLst>
            <pc:docMk/>
            <pc:sldMk cId="2318996351" sldId="566"/>
            <ac:spMk id="3" creationId="{3B09D6D7-5C27-E6A6-A7FB-BF4291299003}"/>
          </ac:spMkLst>
        </pc:spChg>
      </pc:sldChg>
      <pc:sldChg chg="addSp delSp modSp new mod">
        <pc:chgData name="Teng Joon Lim" userId="ee26ecc5-3d3d-4851-9def-c7bdcf3d218c" providerId="ADAL" clId="{508F0780-79AD-56D6-A6BF-53C05FAF30D0}" dt="2026-08-02T11:07:12.520" v="557" actId="207"/>
        <pc:sldMkLst>
          <pc:docMk/>
          <pc:sldMk cId="3717549081" sldId="567"/>
        </pc:sldMkLst>
        <pc:spChg chg="mod">
          <ac:chgData name="Teng Joon Lim" userId="ee26ecc5-3d3d-4851-9def-c7bdcf3d218c" providerId="ADAL" clId="{508F0780-79AD-56D6-A6BF-53C05FAF30D0}" dt="2026-08-02T11:06:14.707" v="552" actId="20577"/>
          <ac:spMkLst>
            <pc:docMk/>
            <pc:sldMk cId="3717549081" sldId="567"/>
            <ac:spMk id="3" creationId="{6F741A95-C823-EC23-EFB0-C937479B7C97}"/>
          </ac:spMkLst>
        </pc:spChg>
        <pc:spChg chg="add mod">
          <ac:chgData name="Teng Joon Lim" userId="ee26ecc5-3d3d-4851-9def-c7bdcf3d218c" providerId="ADAL" clId="{508F0780-79AD-56D6-A6BF-53C05FAF30D0}" dt="2026-07-06T12:24:50.569" v="364" actId="1076"/>
          <ac:spMkLst>
            <pc:docMk/>
            <pc:sldMk cId="3717549081" sldId="567"/>
            <ac:spMk id="4" creationId="{8C537BBF-E7C4-F292-8CFD-9DA6450B995B}"/>
          </ac:spMkLst>
        </pc:spChg>
        <pc:spChg chg="add mod">
          <ac:chgData name="Teng Joon Lim" userId="ee26ecc5-3d3d-4851-9def-c7bdcf3d218c" providerId="ADAL" clId="{508F0780-79AD-56D6-A6BF-53C05FAF30D0}" dt="2026-08-02T11:07:12.520" v="557" actId="207"/>
          <ac:spMkLst>
            <pc:docMk/>
            <pc:sldMk cId="3717549081" sldId="567"/>
            <ac:spMk id="5" creationId="{9B153E71-61E2-6E08-A26A-85D6245821A0}"/>
          </ac:spMkLst>
        </pc:spChg>
        <pc:spChg chg="add mod">
          <ac:chgData name="Teng Joon Lim" userId="ee26ecc5-3d3d-4851-9def-c7bdcf3d218c" providerId="ADAL" clId="{508F0780-79AD-56D6-A6BF-53C05FAF30D0}" dt="2026-07-06T12:25:57.741" v="388" actId="1076"/>
          <ac:spMkLst>
            <pc:docMk/>
            <pc:sldMk cId="3717549081" sldId="567"/>
            <ac:spMk id="7" creationId="{DD581468-1B36-62DC-C129-8BA0BA3E9E18}"/>
          </ac:spMkLst>
        </pc:spChg>
        <pc:spChg chg="add mod">
          <ac:chgData name="Teng Joon Lim" userId="ee26ecc5-3d3d-4851-9def-c7bdcf3d218c" providerId="ADAL" clId="{508F0780-79AD-56D6-A6BF-53C05FAF30D0}" dt="2026-07-06T12:25:25.414" v="385" actId="20577"/>
          <ac:spMkLst>
            <pc:docMk/>
            <pc:sldMk cId="3717549081" sldId="567"/>
            <ac:spMk id="8" creationId="{304ACF7F-2806-7109-1FD4-1FF3DE3DD493}"/>
          </ac:spMkLst>
        </pc:spChg>
        <pc:cxnChg chg="add mod">
          <ac:chgData name="Teng Joon Lim" userId="ee26ecc5-3d3d-4851-9def-c7bdcf3d218c" providerId="ADAL" clId="{508F0780-79AD-56D6-A6BF-53C05FAF30D0}" dt="2026-08-02T11:06:23.674" v="553" actId="14100"/>
          <ac:cxnSpMkLst>
            <pc:docMk/>
            <pc:sldMk cId="3717549081" sldId="567"/>
            <ac:cxnSpMk id="10" creationId="{0E6203CF-3C52-F21B-E609-5B5147019548}"/>
          </ac:cxnSpMkLst>
        </pc:cxnChg>
        <pc:cxnChg chg="add mod">
          <ac:chgData name="Teng Joon Lim" userId="ee26ecc5-3d3d-4851-9def-c7bdcf3d218c" providerId="ADAL" clId="{508F0780-79AD-56D6-A6BF-53C05FAF30D0}" dt="2026-07-06T12:26:42.783" v="393" actId="13822"/>
          <ac:cxnSpMkLst>
            <pc:docMk/>
            <pc:sldMk cId="3717549081" sldId="567"/>
            <ac:cxnSpMk id="12" creationId="{8C9E2D74-D5F1-49C0-4BDA-98EE24A1BEB3}"/>
          </ac:cxnSpMkLst>
        </pc:cxnChg>
        <pc:cxnChg chg="add mod">
          <ac:chgData name="Teng Joon Lim" userId="ee26ecc5-3d3d-4851-9def-c7bdcf3d218c" providerId="ADAL" clId="{508F0780-79AD-56D6-A6BF-53C05FAF30D0}" dt="2026-07-06T12:27:03.969" v="395" actId="13822"/>
          <ac:cxnSpMkLst>
            <pc:docMk/>
            <pc:sldMk cId="3717549081" sldId="567"/>
            <ac:cxnSpMk id="14" creationId="{2E15F663-FC2D-0C10-FFD3-2512B8E97B07}"/>
          </ac:cxnSpMkLst>
        </pc:cxnChg>
      </pc:sldChg>
      <pc:sldChg chg="modSp new mod">
        <pc:chgData name="Teng Joon Lim" userId="ee26ecc5-3d3d-4851-9def-c7bdcf3d218c" providerId="ADAL" clId="{508F0780-79AD-56D6-A6BF-53C05FAF30D0}" dt="2026-08-02T12:03:51.544" v="1926" actId="20577"/>
        <pc:sldMkLst>
          <pc:docMk/>
          <pc:sldMk cId="3154736775" sldId="568"/>
        </pc:sldMkLst>
        <pc:spChg chg="mod">
          <ac:chgData name="Teng Joon Lim" userId="ee26ecc5-3d3d-4851-9def-c7bdcf3d218c" providerId="ADAL" clId="{508F0780-79AD-56D6-A6BF-53C05FAF30D0}" dt="2026-08-02T11:55:07.527" v="1166" actId="20577"/>
          <ac:spMkLst>
            <pc:docMk/>
            <pc:sldMk cId="3154736775" sldId="568"/>
            <ac:spMk id="2" creationId="{2D55B633-1130-1FEC-8A11-BD6FD1CEBCDB}"/>
          </ac:spMkLst>
        </pc:spChg>
        <pc:spChg chg="mod">
          <ac:chgData name="Teng Joon Lim" userId="ee26ecc5-3d3d-4851-9def-c7bdcf3d218c" providerId="ADAL" clId="{508F0780-79AD-56D6-A6BF-53C05FAF30D0}" dt="2026-08-02T12:03:51.544" v="1926" actId="20577"/>
          <ac:spMkLst>
            <pc:docMk/>
            <pc:sldMk cId="3154736775" sldId="568"/>
            <ac:spMk id="3" creationId="{822D457F-5A69-A3C5-2066-A23E297D81E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253762-C138-0D4D-98BD-E45749408AA7}" type="datetimeFigureOut">
              <a:rPr lang="en-US" smtClean="0"/>
              <a:t>7/30/26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6451B1-F1C2-C342-9482-CA419A1AF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512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hyperlink" Target="mailto:first.last@sydney.edu.au" TargetMode="External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526C391-EC2F-854E-3FAC-8EDA85399D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2033" y="574675"/>
            <a:ext cx="5533967" cy="106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Heading sits here</a:t>
            </a:r>
          </a:p>
          <a:p>
            <a:r>
              <a:rPr lang="en-GB"/>
              <a:t>1-2 lines of copy 28pt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EC1A71F-2256-88FB-1073-78B7D8E702C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1500" y="1812923"/>
            <a:ext cx="5533967" cy="106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800" b="0" i="1">
                <a:solidFill>
                  <a:schemeClr val="tx1"/>
                </a:solidFill>
                <a:latin typeface="Times" pitchFamily="2" charset="0"/>
              </a:defRPr>
            </a:lvl1pPr>
          </a:lstStyle>
          <a:p>
            <a:r>
              <a:rPr lang="en-GB"/>
              <a:t>Presentation subheading </a:t>
            </a:r>
            <a:br>
              <a:rPr lang="en-GB"/>
            </a:br>
            <a:r>
              <a:rPr lang="en-GB"/>
              <a:t>can go over 2 lines 28pt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A5ABDE1-C8DD-9C86-C1BA-029E99357D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033" y="3108324"/>
            <a:ext cx="5533967" cy="6064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Presented by 14pt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2845E8-E21B-1585-9AF6-BBB77FE87561}"/>
              </a:ext>
            </a:extLst>
          </p:cNvPr>
          <p:cNvSpPr txBox="1"/>
          <p:nvPr userDrawn="1"/>
        </p:nvSpPr>
        <p:spPr>
          <a:xfrm rot="16200000">
            <a:off x="7940202" y="3646041"/>
            <a:ext cx="183026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/>
              <a:t>CRICOS 00026A    TEQSA PRV12057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3294DCB0-B5EC-D044-C287-CD623136A7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24400" y="4204920"/>
            <a:ext cx="3502275" cy="414686"/>
          </a:xfrm>
          <a:prstGeom prst="rect">
            <a:avLst/>
          </a:prstGeom>
        </p:spPr>
        <p:txBody>
          <a:bodyPr anchor="b" anchorCtr="0"/>
          <a:lstStyle>
            <a:lvl1pPr marL="0" indent="0" algn="r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err="1"/>
              <a:t>sydney.edu.au</a:t>
            </a:r>
            <a:r>
              <a:rPr lang="en-GB"/>
              <a:t>/</a:t>
            </a:r>
            <a:r>
              <a:rPr lang="en-GB" err="1"/>
              <a:t>xxxxx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911BDAC-8640-232C-8AA9-58B28238EF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8600" y="3986813"/>
            <a:ext cx="4572000" cy="85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8985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A7B6FB2-6FB1-E8EE-71E2-F3031BBC4C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2033" y="574675"/>
            <a:ext cx="5533967" cy="106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Heading sits here</a:t>
            </a:r>
          </a:p>
          <a:p>
            <a:r>
              <a:rPr lang="en-GB"/>
              <a:t>1-2 lines of copy 28pt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73DE4E7-C9AA-0998-373D-DCFBF8D610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033" y="1813272"/>
            <a:ext cx="5533967" cy="19014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Presented by 14pt</a:t>
            </a:r>
            <a:endParaRPr lang="en-US"/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3294DCB0-B5EC-D044-C287-CD623136A7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24400" y="4204920"/>
            <a:ext cx="3502275" cy="414686"/>
          </a:xfrm>
          <a:prstGeom prst="rect">
            <a:avLst/>
          </a:prstGeom>
        </p:spPr>
        <p:txBody>
          <a:bodyPr anchor="b" anchorCtr="0"/>
          <a:lstStyle>
            <a:lvl1pPr marL="0" indent="0" algn="r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err="1"/>
              <a:t>sydney.edu.au</a:t>
            </a:r>
            <a:r>
              <a:rPr lang="en-GB"/>
              <a:t>/</a:t>
            </a:r>
            <a:r>
              <a:rPr lang="en-GB" err="1"/>
              <a:t>xxxxx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BD0328F7-E70B-70FE-8296-A6A9465B3C0D}"/>
              </a:ext>
            </a:extLst>
          </p:cNvPr>
          <p:cNvSpPr txBox="1"/>
          <p:nvPr userDrawn="1"/>
        </p:nvSpPr>
        <p:spPr>
          <a:xfrm rot="16200000">
            <a:off x="7940202" y="3646041"/>
            <a:ext cx="183026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/>
              <a:t>CRICOS 00026A    TEQSA PRV12057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57C8522-1D1F-6885-6C75-3131D1B98D1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800" y="3943350"/>
            <a:ext cx="4572000" cy="85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9544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imag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7">
            <a:extLst>
              <a:ext uri="{FF2B5EF4-FFF2-40B4-BE49-F238E27FC236}">
                <a16:creationId xmlns:a16="http://schemas.microsoft.com/office/drawing/2014/main" id="{5682CEC0-2F2F-E2FD-4FDE-2AF1F4D1A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1310" y="0"/>
            <a:ext cx="9155310" cy="5143500"/>
          </a:xfrm>
          <a:prstGeom prst="rect">
            <a:avLst/>
          </a:prstGeom>
        </p:spPr>
      </p:pic>
      <p:sp>
        <p:nvSpPr>
          <p:cNvPr id="3" name="object 6">
            <a:extLst>
              <a:ext uri="{FF2B5EF4-FFF2-40B4-BE49-F238E27FC236}">
                <a16:creationId xmlns:a16="http://schemas.microsoft.com/office/drawing/2014/main" id="{663CD1C2-E224-8DF3-9A0D-E3EFD27C1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1500"/>
            <a:ext cx="4572000" cy="4000500"/>
          </a:xfrm>
          <a:custGeom>
            <a:avLst/>
            <a:gdLst/>
            <a:ahLst/>
            <a:cxnLst/>
            <a:rect l="l" t="t" r="r" b="b"/>
            <a:pathLst>
              <a:path w="4572000" h="4000500">
                <a:moveTo>
                  <a:pt x="4572000" y="0"/>
                </a:moveTo>
                <a:lnTo>
                  <a:pt x="0" y="0"/>
                </a:lnTo>
                <a:lnTo>
                  <a:pt x="0" y="4000500"/>
                </a:lnTo>
                <a:lnTo>
                  <a:pt x="4572000" y="4000500"/>
                </a:lnTo>
                <a:lnTo>
                  <a:pt x="457200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EC0E1D8-33A4-65CC-8895-783ED3E74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137" y="937577"/>
            <a:ext cx="3966985" cy="946577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Heading sits here 28pt</a:t>
            </a:r>
            <a:endParaRPr lang="en-US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9C36DF5-DD75-D71F-723C-8EF6CC84B8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627" y="1981961"/>
            <a:ext cx="3966984" cy="7537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sz="1400">
                <a:latin typeface="Arial"/>
                <a:cs typeface="Arial"/>
              </a:rPr>
              <a:t>Intro</a:t>
            </a:r>
            <a:r>
              <a:rPr lang="en-AU" sz="1400" spc="-2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text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14pt,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to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sit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here.</a:t>
            </a:r>
            <a:r>
              <a:rPr lang="en-AU" sz="1400" spc="-10">
                <a:latin typeface="Arial"/>
                <a:cs typeface="Arial"/>
              </a:rPr>
              <a:t> </a:t>
            </a:r>
            <a:br>
              <a:rPr lang="en-AU" sz="1400" spc="-10">
                <a:latin typeface="Arial"/>
                <a:cs typeface="Arial"/>
              </a:rPr>
            </a:br>
            <a:r>
              <a:rPr lang="en-AU" sz="1400">
                <a:latin typeface="Arial"/>
                <a:cs typeface="Arial"/>
              </a:rPr>
              <a:t>2–3</a:t>
            </a:r>
            <a:r>
              <a:rPr lang="en-AU" sz="1400" spc="-10">
                <a:latin typeface="Arial"/>
                <a:cs typeface="Arial"/>
              </a:rPr>
              <a:t> lines </a:t>
            </a:r>
            <a:r>
              <a:rPr lang="en-AU" sz="1400">
                <a:latin typeface="Arial"/>
                <a:cs typeface="Arial"/>
              </a:rPr>
              <a:t>of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spc="-25">
                <a:latin typeface="Arial"/>
                <a:cs typeface="Arial"/>
              </a:rPr>
              <a:t>copy.</a:t>
            </a:r>
            <a:r>
              <a:rPr lang="en-AU" sz="1400" spc="-8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Am </a:t>
            </a:r>
            <a:r>
              <a:rPr lang="en-AU" sz="1400" err="1">
                <a:latin typeface="Arial"/>
                <a:cs typeface="Arial"/>
              </a:rPr>
              <a:t>quo’xnkaln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ium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aute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 spc="-10" err="1">
                <a:latin typeface="Arial"/>
                <a:cs typeface="Arial"/>
              </a:rPr>
              <a:t>fuidesteI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eces</a:t>
            </a:r>
            <a:r>
              <a:rPr lang="en-AU" sz="1400">
                <a:latin typeface="Arial"/>
                <a:cs typeface="Arial"/>
              </a:rPr>
              <a:t>,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Cas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cus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aus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spc="-10" err="1">
                <a:latin typeface="Arial"/>
                <a:cs typeface="Arial"/>
              </a:rPr>
              <a:t>opubli</a:t>
            </a:r>
            <a:r>
              <a:rPr lang="en-AU" sz="1400" spc="-10">
                <a:latin typeface="Arial"/>
                <a:cs typeface="Arial"/>
              </a:rPr>
              <a:t>.</a:t>
            </a:r>
            <a:endParaRPr lang="en-AU" sz="1400">
              <a:latin typeface="Arial"/>
              <a:cs typeface="Arial"/>
            </a:endParaRP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3294DCB0-B5EC-D044-C287-CD623136A7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137" y="2787410"/>
            <a:ext cx="3502275" cy="414686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err="1"/>
              <a:t>sydney.edu.au</a:t>
            </a:r>
            <a:r>
              <a:rPr lang="en-GB"/>
              <a:t>/</a:t>
            </a:r>
            <a:r>
              <a:rPr lang="en-GB" err="1"/>
              <a:t>xxxxx</a:t>
            </a:r>
            <a:endParaRPr lang="en-US"/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C6CB602-C08B-320B-4B19-B03FD0E5432F}"/>
              </a:ext>
            </a:extLst>
          </p:cNvPr>
          <p:cNvSpPr txBox="1"/>
          <p:nvPr userDrawn="1"/>
        </p:nvSpPr>
        <p:spPr>
          <a:xfrm rot="16200000">
            <a:off x="3535157" y="3553180"/>
            <a:ext cx="183026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/>
              <a:t>CRICOS 00026A    TEQSA PRV12057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65406CF-7A89-E373-E12A-6D0F46DD3DA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3496111"/>
            <a:ext cx="3989544" cy="74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2232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imag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6">
            <a:extLst>
              <a:ext uri="{FF2B5EF4-FFF2-40B4-BE49-F238E27FC236}">
                <a16:creationId xmlns:a16="http://schemas.microsoft.com/office/drawing/2014/main" id="{351BF546-A7D6-4DDD-D34D-2811CA1DFCD1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6">
            <a:extLst>
              <a:ext uri="{FF2B5EF4-FFF2-40B4-BE49-F238E27FC236}">
                <a16:creationId xmlns:a16="http://schemas.microsoft.com/office/drawing/2014/main" id="{663CD1C2-E224-8DF3-9A0D-E3EFD27C1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1500"/>
            <a:ext cx="4572000" cy="4000500"/>
          </a:xfrm>
          <a:custGeom>
            <a:avLst/>
            <a:gdLst/>
            <a:ahLst/>
            <a:cxnLst/>
            <a:rect l="l" t="t" r="r" b="b"/>
            <a:pathLst>
              <a:path w="4572000" h="4000500">
                <a:moveTo>
                  <a:pt x="4572000" y="0"/>
                </a:moveTo>
                <a:lnTo>
                  <a:pt x="0" y="0"/>
                </a:lnTo>
                <a:lnTo>
                  <a:pt x="0" y="4000500"/>
                </a:lnTo>
                <a:lnTo>
                  <a:pt x="4572000" y="4000500"/>
                </a:lnTo>
                <a:lnTo>
                  <a:pt x="457200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EC0E1D8-33A4-65CC-8895-783ED3E74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137" y="937577"/>
            <a:ext cx="3966985" cy="946577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Heading sits here 28pt</a:t>
            </a:r>
            <a:endParaRPr lang="en-US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9C36DF5-DD75-D71F-723C-8EF6CC84B8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627" y="1981961"/>
            <a:ext cx="3966984" cy="7537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sz="1400">
                <a:latin typeface="Arial"/>
                <a:cs typeface="Arial"/>
              </a:rPr>
              <a:t>Intro</a:t>
            </a:r>
            <a:r>
              <a:rPr lang="en-AU" sz="1400" spc="-2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text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14pt,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to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sit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here.</a:t>
            </a:r>
            <a:r>
              <a:rPr lang="en-AU" sz="1400" spc="-10">
                <a:latin typeface="Arial"/>
                <a:cs typeface="Arial"/>
              </a:rPr>
              <a:t> </a:t>
            </a:r>
            <a:br>
              <a:rPr lang="en-AU" sz="1400" spc="-10">
                <a:latin typeface="Arial"/>
                <a:cs typeface="Arial"/>
              </a:rPr>
            </a:br>
            <a:r>
              <a:rPr lang="en-AU" sz="1400">
                <a:latin typeface="Arial"/>
                <a:cs typeface="Arial"/>
              </a:rPr>
              <a:t>2–3</a:t>
            </a:r>
            <a:r>
              <a:rPr lang="en-AU" sz="1400" spc="-10">
                <a:latin typeface="Arial"/>
                <a:cs typeface="Arial"/>
              </a:rPr>
              <a:t> lines </a:t>
            </a:r>
            <a:r>
              <a:rPr lang="en-AU" sz="1400">
                <a:latin typeface="Arial"/>
                <a:cs typeface="Arial"/>
              </a:rPr>
              <a:t>of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spc="-25">
                <a:latin typeface="Arial"/>
                <a:cs typeface="Arial"/>
              </a:rPr>
              <a:t>copy.</a:t>
            </a:r>
            <a:r>
              <a:rPr lang="en-AU" sz="1400" spc="-8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Am </a:t>
            </a:r>
            <a:r>
              <a:rPr lang="en-AU" sz="1400" err="1">
                <a:latin typeface="Arial"/>
                <a:cs typeface="Arial"/>
              </a:rPr>
              <a:t>quo’xnkaln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ium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aute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 spc="-10" err="1">
                <a:latin typeface="Arial"/>
                <a:cs typeface="Arial"/>
              </a:rPr>
              <a:t>fuidesteI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eces</a:t>
            </a:r>
            <a:r>
              <a:rPr lang="en-AU" sz="1400">
                <a:latin typeface="Arial"/>
                <a:cs typeface="Arial"/>
              </a:rPr>
              <a:t>,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Cas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cus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aus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spc="-10" err="1">
                <a:latin typeface="Arial"/>
                <a:cs typeface="Arial"/>
              </a:rPr>
              <a:t>opubli</a:t>
            </a:r>
            <a:r>
              <a:rPr lang="en-AU" sz="1400" spc="-10">
                <a:latin typeface="Arial"/>
                <a:cs typeface="Arial"/>
              </a:rPr>
              <a:t>.</a:t>
            </a:r>
            <a:endParaRPr lang="en-AU" sz="1400">
              <a:latin typeface="Arial"/>
              <a:cs typeface="Arial"/>
            </a:endParaRP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3294DCB0-B5EC-D044-C287-CD623136A7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137" y="2787410"/>
            <a:ext cx="3502275" cy="414686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err="1"/>
              <a:t>sydney.edu.au</a:t>
            </a:r>
            <a:r>
              <a:rPr lang="en-GB"/>
              <a:t>/</a:t>
            </a:r>
            <a:r>
              <a:rPr lang="en-GB" err="1"/>
              <a:t>xxxxx</a:t>
            </a:r>
            <a:endParaRPr lang="en-US"/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C6CB602-C08B-320B-4B19-B03FD0E5432F}"/>
              </a:ext>
            </a:extLst>
          </p:cNvPr>
          <p:cNvSpPr txBox="1"/>
          <p:nvPr userDrawn="1"/>
        </p:nvSpPr>
        <p:spPr>
          <a:xfrm rot="16200000">
            <a:off x="3535157" y="3553180"/>
            <a:ext cx="183026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/>
              <a:t>CRICOS 00026A    TEQSA PRV12057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86D37ED-27E5-AE93-0796-AAE7687CBB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3496111"/>
            <a:ext cx="3989544" cy="74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1038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imag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4">
            <a:extLst>
              <a:ext uri="{FF2B5EF4-FFF2-40B4-BE49-F238E27FC236}">
                <a16:creationId xmlns:a16="http://schemas.microsoft.com/office/drawing/2014/main" id="{A9A93A07-E57F-5770-834F-CFEF4A2F1EA7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21" y="0"/>
            <a:ext cx="9144000" cy="5143500"/>
          </a:xfrm>
          <a:prstGeom prst="rect">
            <a:avLst/>
          </a:prstGeom>
        </p:spPr>
      </p:pic>
      <p:sp>
        <p:nvSpPr>
          <p:cNvPr id="3" name="object 6">
            <a:extLst>
              <a:ext uri="{FF2B5EF4-FFF2-40B4-BE49-F238E27FC236}">
                <a16:creationId xmlns:a16="http://schemas.microsoft.com/office/drawing/2014/main" id="{663CD1C2-E224-8DF3-9A0D-E3EFD27C1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1500"/>
            <a:ext cx="4572000" cy="4000500"/>
          </a:xfrm>
          <a:custGeom>
            <a:avLst/>
            <a:gdLst/>
            <a:ahLst/>
            <a:cxnLst/>
            <a:rect l="l" t="t" r="r" b="b"/>
            <a:pathLst>
              <a:path w="4572000" h="4000500">
                <a:moveTo>
                  <a:pt x="4572000" y="0"/>
                </a:moveTo>
                <a:lnTo>
                  <a:pt x="0" y="0"/>
                </a:lnTo>
                <a:lnTo>
                  <a:pt x="0" y="4000500"/>
                </a:lnTo>
                <a:lnTo>
                  <a:pt x="4572000" y="4000500"/>
                </a:lnTo>
                <a:lnTo>
                  <a:pt x="457200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EC0E1D8-33A4-65CC-8895-783ED3E74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137" y="937577"/>
            <a:ext cx="3966985" cy="946577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Heading sits here 28pt</a:t>
            </a:r>
            <a:endParaRPr lang="en-US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9C36DF5-DD75-D71F-723C-8EF6CC84B8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627" y="1981961"/>
            <a:ext cx="3966984" cy="7537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sz="1400">
                <a:latin typeface="Arial"/>
                <a:cs typeface="Arial"/>
              </a:rPr>
              <a:t>Intro</a:t>
            </a:r>
            <a:r>
              <a:rPr lang="en-AU" sz="1400" spc="-2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text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14pt,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to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sit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here.</a:t>
            </a:r>
            <a:r>
              <a:rPr lang="en-AU" sz="1400" spc="-10">
                <a:latin typeface="Arial"/>
                <a:cs typeface="Arial"/>
              </a:rPr>
              <a:t> </a:t>
            </a:r>
            <a:br>
              <a:rPr lang="en-AU" sz="1400" spc="-10">
                <a:latin typeface="Arial"/>
                <a:cs typeface="Arial"/>
              </a:rPr>
            </a:br>
            <a:r>
              <a:rPr lang="en-AU" sz="1400">
                <a:latin typeface="Arial"/>
                <a:cs typeface="Arial"/>
              </a:rPr>
              <a:t>2–3</a:t>
            </a:r>
            <a:r>
              <a:rPr lang="en-AU" sz="1400" spc="-10">
                <a:latin typeface="Arial"/>
                <a:cs typeface="Arial"/>
              </a:rPr>
              <a:t> lines </a:t>
            </a:r>
            <a:r>
              <a:rPr lang="en-AU" sz="1400">
                <a:latin typeface="Arial"/>
                <a:cs typeface="Arial"/>
              </a:rPr>
              <a:t>of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spc="-25">
                <a:latin typeface="Arial"/>
                <a:cs typeface="Arial"/>
              </a:rPr>
              <a:t>copy.</a:t>
            </a:r>
            <a:r>
              <a:rPr lang="en-AU" sz="1400" spc="-8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Am </a:t>
            </a:r>
            <a:r>
              <a:rPr lang="en-AU" sz="1400" err="1">
                <a:latin typeface="Arial"/>
                <a:cs typeface="Arial"/>
              </a:rPr>
              <a:t>quo’xnkaln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ium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aute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 spc="-10" err="1">
                <a:latin typeface="Arial"/>
                <a:cs typeface="Arial"/>
              </a:rPr>
              <a:t>fuidesteI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eces</a:t>
            </a:r>
            <a:r>
              <a:rPr lang="en-AU" sz="1400">
                <a:latin typeface="Arial"/>
                <a:cs typeface="Arial"/>
              </a:rPr>
              <a:t>,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Cas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cus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aus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spc="-10" err="1">
                <a:latin typeface="Arial"/>
                <a:cs typeface="Arial"/>
              </a:rPr>
              <a:t>opubli</a:t>
            </a:r>
            <a:r>
              <a:rPr lang="en-AU" sz="1400" spc="-10">
                <a:latin typeface="Arial"/>
                <a:cs typeface="Arial"/>
              </a:rPr>
              <a:t>.</a:t>
            </a:r>
            <a:endParaRPr lang="en-AU" sz="1400">
              <a:latin typeface="Arial"/>
              <a:cs typeface="Arial"/>
            </a:endParaRP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3294DCB0-B5EC-D044-C287-CD623136A7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137" y="2787410"/>
            <a:ext cx="3502275" cy="414686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err="1"/>
              <a:t>sydney.edu.au</a:t>
            </a:r>
            <a:r>
              <a:rPr lang="en-GB"/>
              <a:t>/</a:t>
            </a:r>
            <a:r>
              <a:rPr lang="en-GB" err="1"/>
              <a:t>xxxxx</a:t>
            </a:r>
            <a:endParaRPr lang="en-US"/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C6CB602-C08B-320B-4B19-B03FD0E5432F}"/>
              </a:ext>
            </a:extLst>
          </p:cNvPr>
          <p:cNvSpPr txBox="1"/>
          <p:nvPr userDrawn="1"/>
        </p:nvSpPr>
        <p:spPr>
          <a:xfrm rot="16200000">
            <a:off x="3535157" y="3553180"/>
            <a:ext cx="183026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/>
              <a:t>CRICOS 00026A    TEQSA PRV12057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139797D-3238-5637-CDB3-B336C7726E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3496111"/>
            <a:ext cx="3989544" cy="74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379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 imag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3F48FE3D-1F01-EEB6-6A4A-4F4B29D064A5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6">
            <a:extLst>
              <a:ext uri="{FF2B5EF4-FFF2-40B4-BE49-F238E27FC236}">
                <a16:creationId xmlns:a16="http://schemas.microsoft.com/office/drawing/2014/main" id="{663CD1C2-E224-8DF3-9A0D-E3EFD27C1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1500"/>
            <a:ext cx="4572000" cy="4000500"/>
          </a:xfrm>
          <a:custGeom>
            <a:avLst/>
            <a:gdLst/>
            <a:ahLst/>
            <a:cxnLst/>
            <a:rect l="l" t="t" r="r" b="b"/>
            <a:pathLst>
              <a:path w="4572000" h="4000500">
                <a:moveTo>
                  <a:pt x="4572000" y="0"/>
                </a:moveTo>
                <a:lnTo>
                  <a:pt x="0" y="0"/>
                </a:lnTo>
                <a:lnTo>
                  <a:pt x="0" y="4000500"/>
                </a:lnTo>
                <a:lnTo>
                  <a:pt x="4572000" y="4000500"/>
                </a:lnTo>
                <a:lnTo>
                  <a:pt x="457200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EC0E1D8-33A4-65CC-8895-783ED3E74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137" y="937577"/>
            <a:ext cx="3966985" cy="946577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Heading sits here 28pt</a:t>
            </a:r>
            <a:endParaRPr lang="en-US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9C36DF5-DD75-D71F-723C-8EF6CC84B8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627" y="1981961"/>
            <a:ext cx="3966984" cy="7537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sz="1400">
                <a:latin typeface="Arial"/>
                <a:cs typeface="Arial"/>
              </a:rPr>
              <a:t>Intro</a:t>
            </a:r>
            <a:r>
              <a:rPr lang="en-AU" sz="1400" spc="-2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text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14pt,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to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sit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here.</a:t>
            </a:r>
            <a:r>
              <a:rPr lang="en-AU" sz="1400" spc="-10">
                <a:latin typeface="Arial"/>
                <a:cs typeface="Arial"/>
              </a:rPr>
              <a:t> </a:t>
            </a:r>
            <a:br>
              <a:rPr lang="en-AU" sz="1400" spc="-10">
                <a:latin typeface="Arial"/>
                <a:cs typeface="Arial"/>
              </a:rPr>
            </a:br>
            <a:r>
              <a:rPr lang="en-AU" sz="1400">
                <a:latin typeface="Arial"/>
                <a:cs typeface="Arial"/>
              </a:rPr>
              <a:t>2–3</a:t>
            </a:r>
            <a:r>
              <a:rPr lang="en-AU" sz="1400" spc="-10">
                <a:latin typeface="Arial"/>
                <a:cs typeface="Arial"/>
              </a:rPr>
              <a:t> lines </a:t>
            </a:r>
            <a:r>
              <a:rPr lang="en-AU" sz="1400">
                <a:latin typeface="Arial"/>
                <a:cs typeface="Arial"/>
              </a:rPr>
              <a:t>of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spc="-25">
                <a:latin typeface="Arial"/>
                <a:cs typeface="Arial"/>
              </a:rPr>
              <a:t>copy.</a:t>
            </a:r>
            <a:r>
              <a:rPr lang="en-AU" sz="1400" spc="-8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Am </a:t>
            </a:r>
            <a:r>
              <a:rPr lang="en-AU" sz="1400" err="1">
                <a:latin typeface="Arial"/>
                <a:cs typeface="Arial"/>
              </a:rPr>
              <a:t>quo’xnkaln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ium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aute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 spc="-10" err="1">
                <a:latin typeface="Arial"/>
                <a:cs typeface="Arial"/>
              </a:rPr>
              <a:t>fuidesteI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eces</a:t>
            </a:r>
            <a:r>
              <a:rPr lang="en-AU" sz="1400">
                <a:latin typeface="Arial"/>
                <a:cs typeface="Arial"/>
              </a:rPr>
              <a:t>,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Cas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cus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aus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spc="-10" err="1">
                <a:latin typeface="Arial"/>
                <a:cs typeface="Arial"/>
              </a:rPr>
              <a:t>opubli</a:t>
            </a:r>
            <a:r>
              <a:rPr lang="en-AU" sz="1400" spc="-10">
                <a:latin typeface="Arial"/>
                <a:cs typeface="Arial"/>
              </a:rPr>
              <a:t>.</a:t>
            </a:r>
            <a:endParaRPr lang="en-AU" sz="1400">
              <a:latin typeface="Arial"/>
              <a:cs typeface="Arial"/>
            </a:endParaRP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3294DCB0-B5EC-D044-C287-CD623136A7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137" y="2787410"/>
            <a:ext cx="3502275" cy="414686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err="1"/>
              <a:t>sydney.edu.au</a:t>
            </a:r>
            <a:r>
              <a:rPr lang="en-GB"/>
              <a:t>/</a:t>
            </a:r>
            <a:r>
              <a:rPr lang="en-GB" err="1"/>
              <a:t>xxxxx</a:t>
            </a:r>
            <a:endParaRPr lang="en-US"/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C6CB602-C08B-320B-4B19-B03FD0E5432F}"/>
              </a:ext>
            </a:extLst>
          </p:cNvPr>
          <p:cNvSpPr txBox="1"/>
          <p:nvPr userDrawn="1"/>
        </p:nvSpPr>
        <p:spPr>
          <a:xfrm rot="16200000">
            <a:off x="3535157" y="3553180"/>
            <a:ext cx="183026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/>
              <a:t>CRICOS 00026A    TEQSA PRV12057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075A468-BEE5-4DEF-FEB5-93F5619DCDD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3496111"/>
            <a:ext cx="3989544" cy="74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188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knowledgement of Country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4A031B-81B7-43E9-D4FB-AF1716EB702F}"/>
              </a:ext>
            </a:extLst>
          </p:cNvPr>
          <p:cNvSpPr txBox="1"/>
          <p:nvPr userDrawn="1"/>
        </p:nvSpPr>
        <p:spPr>
          <a:xfrm>
            <a:off x="577851" y="985576"/>
            <a:ext cx="5518149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 marR="5080" indent="-9525" algn="l">
              <a:lnSpc>
                <a:spcPct val="100000"/>
              </a:lnSpc>
              <a:spcBef>
                <a:spcPts val="100"/>
              </a:spcBef>
            </a:pPr>
            <a:r>
              <a:rPr lang="en-AU" sz="1800">
                <a:solidFill>
                  <a:schemeClr val="tx1"/>
                </a:solidFill>
                <a:latin typeface="Arial"/>
                <a:cs typeface="Arial"/>
              </a:rPr>
              <a:t>We recognise and pay respect to the Elders and communities – past, present, and emerging – of the lands that the University of Sydney's campuses stand on. For thousands of years they have shared and exchanged knowledges across innumerable generations for the benefit of all.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D5088DD-1084-A341-27B4-5A10814D66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800" y="3435408"/>
            <a:ext cx="4495800" cy="83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1254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knowledgement of Country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4A031B-81B7-43E9-D4FB-AF1716EB702F}"/>
              </a:ext>
            </a:extLst>
          </p:cNvPr>
          <p:cNvSpPr txBox="1"/>
          <p:nvPr userDrawn="1"/>
        </p:nvSpPr>
        <p:spPr>
          <a:xfrm>
            <a:off x="577851" y="985576"/>
            <a:ext cx="6432549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435" marR="5080" indent="-39370">
              <a:lnSpc>
                <a:spcPct val="100000"/>
              </a:lnSpc>
              <a:spcBef>
                <a:spcPts val="100"/>
              </a:spcBef>
            </a:pPr>
            <a:r>
              <a:rPr lang="en-AU" sz="1800">
                <a:latin typeface="Arial"/>
                <a:cs typeface="Arial"/>
              </a:rPr>
              <a:t>The</a:t>
            </a:r>
            <a:r>
              <a:rPr lang="en-AU" sz="1800" spc="-3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University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of</a:t>
            </a:r>
            <a:r>
              <a:rPr lang="en-AU" sz="1800" spc="-3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Sydney’s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Camperdown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Campus</a:t>
            </a:r>
            <a:r>
              <a:rPr lang="en-AU" sz="1800" spc="-3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sits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on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the</a:t>
            </a:r>
            <a:r>
              <a:rPr lang="en-AU" sz="1800" spc="-3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lands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of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 spc="-25">
                <a:latin typeface="Arial"/>
                <a:cs typeface="Arial"/>
              </a:rPr>
              <a:t>the </a:t>
            </a:r>
            <a:r>
              <a:rPr lang="en-AU" sz="1800">
                <a:latin typeface="Arial"/>
                <a:cs typeface="Arial"/>
              </a:rPr>
              <a:t>Gadigal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people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with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campuses,</a:t>
            </a:r>
            <a:r>
              <a:rPr lang="en-AU" sz="1800" spc="-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teaching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and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research</a:t>
            </a:r>
            <a:r>
              <a:rPr lang="en-AU" sz="1800" spc="-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facilities</a:t>
            </a:r>
            <a:r>
              <a:rPr lang="en-AU" sz="1800" spc="-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on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 spc="-25">
                <a:latin typeface="Arial"/>
                <a:cs typeface="Arial"/>
              </a:rPr>
              <a:t>the </a:t>
            </a:r>
            <a:r>
              <a:rPr lang="en-AU" sz="1800">
                <a:latin typeface="Arial"/>
                <a:cs typeface="Arial"/>
              </a:rPr>
              <a:t>lands</a:t>
            </a:r>
            <a:r>
              <a:rPr lang="en-AU" sz="1800" spc="-4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of</a:t>
            </a:r>
            <a:r>
              <a:rPr lang="en-AU" sz="1800" spc="-3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the</a:t>
            </a:r>
            <a:r>
              <a:rPr lang="en-AU" sz="1800" spc="-25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Gamaraygal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Dharug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Wangal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35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Darkinyung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 spc="-10" err="1">
                <a:latin typeface="Arial"/>
                <a:cs typeface="Arial"/>
              </a:rPr>
              <a:t>Burramadagal</a:t>
            </a:r>
            <a:r>
              <a:rPr lang="en-AU" sz="1800" spc="-10">
                <a:latin typeface="Arial"/>
                <a:cs typeface="Arial"/>
              </a:rPr>
              <a:t>, </a:t>
            </a:r>
            <a:r>
              <a:rPr lang="en-AU" sz="1800" err="1">
                <a:latin typeface="Arial"/>
                <a:cs typeface="Arial"/>
              </a:rPr>
              <a:t>Dharawal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Gandangara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10">
                <a:latin typeface="Arial"/>
                <a:cs typeface="Arial"/>
              </a:rPr>
              <a:t> Gamilaraay,</a:t>
            </a:r>
            <a:r>
              <a:rPr lang="en-AU" sz="1800" spc="-15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Barkindji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Bundjalung,</a:t>
            </a:r>
            <a:r>
              <a:rPr lang="en-AU" sz="1800" spc="-10">
                <a:latin typeface="Arial"/>
                <a:cs typeface="Arial"/>
              </a:rPr>
              <a:t> Wiradjuri, </a:t>
            </a:r>
            <a:r>
              <a:rPr lang="en-AU" sz="1800" err="1">
                <a:latin typeface="Arial"/>
                <a:cs typeface="Arial"/>
              </a:rPr>
              <a:t>Ngunawal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15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Gureng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Gureng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and</a:t>
            </a:r>
            <a:r>
              <a:rPr lang="en-AU" sz="1800" spc="-15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Gagadju</a:t>
            </a:r>
            <a:r>
              <a:rPr lang="en-AU" sz="1800" spc="-10">
                <a:latin typeface="Arial"/>
                <a:cs typeface="Arial"/>
              </a:rPr>
              <a:t> peoples.</a:t>
            </a:r>
            <a:endParaRPr lang="en-AU" sz="1800">
              <a:latin typeface="Arial"/>
              <a:cs typeface="Arial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FE6B5EA-D71E-5840-6F2F-FE964EA7C1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800" y="3435408"/>
            <a:ext cx="4495800" cy="83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242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knowledgement of Country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2DBAA-0372-EA1B-CAD1-7C9766B446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984068"/>
            <a:ext cx="5511800" cy="151148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</a:lstStyle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sz="1800" i="0">
                <a:latin typeface="Arial"/>
                <a:cs typeface="Arial"/>
              </a:rPr>
              <a:t>Add in own text for Acknowledgement of Country 18pt</a:t>
            </a:r>
            <a:endParaRPr lang="en-AU" sz="1800" i="0" spc="-20">
              <a:latin typeface="Arial"/>
              <a:cs typeface="Arial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A8E0A38-BB43-C185-B50B-304F295C584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800" y="3435408"/>
            <a:ext cx="4495800" cy="83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9749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74546F0-922A-43AF-F76C-2BA2453F5BBF}"/>
              </a:ext>
            </a:extLst>
          </p:cNvPr>
          <p:cNvSpPr txBox="1">
            <a:spLocks/>
          </p:cNvSpPr>
          <p:nvPr userDrawn="1"/>
        </p:nvSpPr>
        <p:spPr>
          <a:xfrm>
            <a:off x="571501" y="1200150"/>
            <a:ext cx="3055937" cy="300013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Clr>
                <a:schemeClr val="tx2"/>
              </a:buClr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300"/>
              <a:t>Supporting you with: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3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00"/>
              <a:t>     - Co-curricular Activities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3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00"/>
              <a:t>     - Academic &amp; Learning Support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3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00"/>
              <a:t>     - Health, Disability &amp; Wellbeing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3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00"/>
              <a:t>     - Sexual Misconduct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3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00"/>
              <a:t>     - Financial Support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3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00"/>
              <a:t>     - Bullying &amp; Harassment</a:t>
            </a:r>
          </a:p>
        </p:txBody>
      </p:sp>
      <p:pic>
        <p:nvPicPr>
          <p:cNvPr id="5" name="Picture Placeholder 3" descr="Four people walking through the main entrance to the Quadrangle.">
            <a:extLst>
              <a:ext uri="{FF2B5EF4-FFF2-40B4-BE49-F238E27FC236}">
                <a16:creationId xmlns:a16="http://schemas.microsoft.com/office/drawing/2014/main" id="{F7ED3CB8-A125-3F6D-F9F2-DF091420B3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62083" y="0"/>
            <a:ext cx="4581917" cy="5143500"/>
          </a:xfrm>
          <a:prstGeom prst="rect">
            <a:avLst/>
          </a:prstGeom>
          <a:solidFill>
            <a:schemeClr val="bg2"/>
          </a:solidFill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D61C8724-13AD-A382-B9BF-D29BD4103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429000" y="4019550"/>
            <a:ext cx="759557" cy="759557"/>
            <a:chOff x="3514529" y="3257550"/>
            <a:chExt cx="759557" cy="75955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CF48B21-6483-89F4-DD27-36BC12586B71}"/>
                </a:ext>
              </a:extLst>
            </p:cNvPr>
            <p:cNvSpPr/>
            <p:nvPr/>
          </p:nvSpPr>
          <p:spPr>
            <a:xfrm>
              <a:off x="3514529" y="3257550"/>
              <a:ext cx="759557" cy="7595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 descr="A qr code on a white background&#10;&#10;Description automatically generated">
              <a:extLst>
                <a:ext uri="{FF2B5EF4-FFF2-40B4-BE49-F238E27FC236}">
                  <a16:creationId xmlns:a16="http://schemas.microsoft.com/office/drawing/2014/main" id="{118CC9F0-CBFB-6D99-0F0D-E855F5D479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29478" y="3273668"/>
              <a:ext cx="729658" cy="727319"/>
            </a:xfrm>
            <a:prstGeom prst="rect">
              <a:avLst/>
            </a:prstGeom>
          </p:spPr>
        </p:pic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C8B58231-720A-3A7A-2505-4957ADE7A1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448" y="590550"/>
            <a:ext cx="4010635" cy="9937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Student </a:t>
            </a:r>
            <a:r>
              <a:rPr lang="en-US" i="1"/>
              <a:t>Life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9919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rgbClr val="FFED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021CAD2-32FB-6D33-26E6-599142AFFE16}"/>
              </a:ext>
            </a:extLst>
          </p:cNvPr>
          <p:cNvSpPr txBox="1">
            <a:spLocks/>
          </p:cNvSpPr>
          <p:nvPr userDrawn="1"/>
        </p:nvSpPr>
        <p:spPr>
          <a:xfrm>
            <a:off x="571501" y="1581150"/>
            <a:ext cx="4671350" cy="300013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Clr>
                <a:schemeClr val="tx2"/>
              </a:buClr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300"/>
              <a:t>Informed by our University experts and addressing our unique needs as a place of work, study and research: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300"/>
          </a:p>
          <a:p>
            <a:pPr>
              <a:buFont typeface="System Font Regular"/>
              <a:buChar char="-"/>
            </a:pPr>
            <a:r>
              <a:rPr lang="en-US" sz="1300" b="1"/>
              <a:t>Supporting health: </a:t>
            </a:r>
            <a:r>
              <a:rPr lang="en-US" sz="1300"/>
              <a:t>staff health support services, including return to work and workplace adjustments, counselling and coaching</a:t>
            </a:r>
          </a:p>
          <a:p>
            <a:pPr marL="0" indent="0">
              <a:buNone/>
            </a:pPr>
            <a:endParaRPr lang="en-US" sz="1300"/>
          </a:p>
          <a:p>
            <a:pPr>
              <a:buFont typeface="System Font Regular"/>
              <a:buChar char="-"/>
            </a:pPr>
            <a:r>
              <a:rPr lang="en-US" sz="1300" b="1"/>
              <a:t>Preventing harm: </a:t>
            </a:r>
            <a:r>
              <a:rPr lang="en-US" sz="1300"/>
              <a:t>psychosocial hazards, leader-specific toolkits, Fitness Passport and our flu vaccination program</a:t>
            </a:r>
          </a:p>
          <a:p>
            <a:pPr marL="0" indent="0">
              <a:buNone/>
            </a:pPr>
            <a:endParaRPr lang="en-US" sz="1300"/>
          </a:p>
          <a:p>
            <a:pPr>
              <a:buFont typeface="System Font Regular"/>
              <a:buChar char="-"/>
            </a:pPr>
            <a:r>
              <a:rPr lang="en-US" sz="1300" b="1"/>
              <a:t>Promoting thriving: </a:t>
            </a:r>
            <a:r>
              <a:rPr lang="en-US" sz="1300"/>
              <a:t>health and wellbeing events, learning and development, Wellbeing Champions network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8A93E48-6357-3857-6034-2F2978854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945754" y="4019550"/>
            <a:ext cx="759557" cy="759557"/>
            <a:chOff x="5257800" y="4019550"/>
            <a:chExt cx="759557" cy="75955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DD3BC1C-AEEF-7D31-694C-745B778D56B5}"/>
                </a:ext>
              </a:extLst>
            </p:cNvPr>
            <p:cNvSpPr/>
            <p:nvPr/>
          </p:nvSpPr>
          <p:spPr>
            <a:xfrm>
              <a:off x="5257800" y="4019550"/>
              <a:ext cx="759557" cy="7595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4A0F239-AC4D-1E3F-298B-AEDB82F15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280989" y="4045581"/>
              <a:ext cx="707494" cy="707493"/>
            </a:xfrm>
            <a:prstGeom prst="rect">
              <a:avLst/>
            </a:prstGeom>
          </p:spPr>
        </p:pic>
      </p:grpSp>
      <p:pic>
        <p:nvPicPr>
          <p:cNvPr id="8" name="Picture Placeholder 3" descr="A group of people sitting at a table in the Quadrangle lawns during a function, with others standing in the background.">
            <a:extLst>
              <a:ext uri="{FF2B5EF4-FFF2-40B4-BE49-F238E27FC236}">
                <a16:creationId xmlns:a16="http://schemas.microsoft.com/office/drawing/2014/main" id="{99AB24B3-5E38-51B7-4D53-F7F15C8665AD}"/>
              </a:ext>
            </a:extLst>
          </p:cNvPr>
          <p:cNvPicPr>
            <a:picLocks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46298" y="0"/>
            <a:ext cx="3097702" cy="5143500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65E58CD4-2C75-EAAC-D753-D83D3C3E7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8667" y="578461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Staff Health and </a:t>
            </a:r>
            <a:br>
              <a:rPr lang="en-US"/>
            </a:br>
            <a:r>
              <a:rPr lang="en-US"/>
              <a:t>Wellbeing Program </a:t>
            </a:r>
            <a:r>
              <a:rPr lang="en-US" i="1"/>
              <a:t>2023-2026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11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0A2F580-458B-6978-E5C4-D439F8A8EF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4966" y="574675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Times" pitchFamily="2" charset="0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sz="2800">
                <a:solidFill>
                  <a:srgbClr val="000000"/>
                </a:solidFill>
                <a:latin typeface="Arial"/>
                <a:cs typeface="Arial"/>
              </a:rPr>
              <a:t>Chapter break headline 28pt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3DE63B7-3D2D-E116-E58F-2358C70260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966" y="1047750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1">
                <a:solidFill>
                  <a:schemeClr val="tx1"/>
                </a:solidFill>
                <a:latin typeface="Times" pitchFamily="2" charset="0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b="0" i="1">
                <a:solidFill>
                  <a:srgbClr val="000000"/>
                </a:solidFill>
                <a:latin typeface="Times" pitchFamily="2" charset="0"/>
              </a:rPr>
              <a:t>1-2 lines of copy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F7931C68-5A57-D921-2A9C-73B3990F836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2033" y="3028950"/>
            <a:ext cx="5533967" cy="19014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Presented by 14pt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2094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F367AE0-0B1A-C793-8FD0-6C83B3BAF9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4966" y="574675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b="0" i="0">
                <a:latin typeface="+mj-lt"/>
              </a:rPr>
              <a:t>Chapter break headline 28pt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21066835-3577-7EA9-7C60-12C9BC765B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966" y="1123950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1">
                <a:solidFill>
                  <a:schemeClr val="bg1"/>
                </a:solidFill>
                <a:latin typeface="Times" pitchFamily="2" charset="0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b="0" i="1">
                <a:latin typeface="Times" pitchFamily="2" charset="0"/>
              </a:rPr>
              <a:t>1-2 lines of copy</a:t>
            </a:r>
          </a:p>
          <a:p>
            <a:pPr marL="12700">
              <a:spcBef>
                <a:spcPts val="100"/>
              </a:spcBef>
            </a:pPr>
            <a:endParaRPr lang="en-AU" b="0" i="1">
              <a:latin typeface="Times" pitchFamily="2" charset="0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25AAED2F-1B70-12A0-8666-145503BFBB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2033" y="3028950"/>
            <a:ext cx="5533967" cy="19014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Presented by 14pt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4393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break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6D0B820-7965-14E8-72F1-2EE5EF1CB3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4966" y="574675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b="0" i="0">
                <a:latin typeface="+mj-lt"/>
              </a:rPr>
              <a:t>Chapter break headline 28pt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FC22782-CE95-2810-1D92-2B7EA357B8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966" y="1047750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1">
                <a:solidFill>
                  <a:schemeClr val="bg1"/>
                </a:solidFill>
                <a:latin typeface="Times" pitchFamily="2" charset="0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b="0" i="1">
                <a:latin typeface="Times" pitchFamily="2" charset="0"/>
              </a:rPr>
              <a:t>1-2 lines of copy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6F8263D2-F9BE-3D44-C629-FD1F86B3E1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2033" y="3028950"/>
            <a:ext cx="5533967" cy="19014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Presented by 14pt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5531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hapter break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6D0B820-7965-14E8-72F1-2EE5EF1CB3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4966" y="574675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0">
                <a:solidFill>
                  <a:srgbClr val="000000"/>
                </a:solidFill>
                <a:latin typeface="+mn-l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sz="2800">
                <a:solidFill>
                  <a:srgbClr val="000000"/>
                </a:solidFill>
                <a:latin typeface="Arial"/>
                <a:cs typeface="Arial"/>
              </a:rPr>
              <a:t>Chapter break headline 28pt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FC22782-CE95-2810-1D92-2B7EA357B8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966" y="1047750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1">
                <a:solidFill>
                  <a:srgbClr val="000000"/>
                </a:solidFill>
                <a:latin typeface="Times" pitchFamily="2" charset="0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b="0" i="1">
                <a:solidFill>
                  <a:srgbClr val="000000"/>
                </a:solidFill>
                <a:latin typeface="Times" pitchFamily="2" charset="0"/>
              </a:rPr>
              <a:t>1-2 lines of copy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6F8263D2-F9BE-3D44-C629-FD1F86B3E1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2033" y="3028950"/>
            <a:ext cx="5533967" cy="19014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rgbClr val="000000"/>
                </a:solidFill>
              </a:defRPr>
            </a:lvl1pPr>
          </a:lstStyle>
          <a:p>
            <a:r>
              <a:rPr lang="en-GB"/>
              <a:t>Presented by 14pt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824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ter break 3"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A722D78-7BA7-65B0-0EEE-0A792B4331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4966" y="574675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0">
                <a:solidFill>
                  <a:srgbClr val="000000"/>
                </a:solidFill>
                <a:latin typeface="+mn-l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sz="2800">
                <a:solidFill>
                  <a:srgbClr val="000000"/>
                </a:solidFill>
                <a:latin typeface="Arial"/>
                <a:cs typeface="Arial"/>
              </a:rPr>
              <a:t>Chapter break headline 28pt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9DB0E7B-FB3B-69F1-A14A-171E812F8A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966" y="1047750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1">
                <a:solidFill>
                  <a:srgbClr val="000000"/>
                </a:solidFill>
                <a:latin typeface="Times" pitchFamily="2" charset="0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b="0" i="1">
                <a:solidFill>
                  <a:srgbClr val="000000"/>
                </a:solidFill>
                <a:latin typeface="Times" pitchFamily="2" charset="0"/>
              </a:rPr>
              <a:t>1-2 lines of copy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4FD17E9-68CF-24D2-3900-A8DF3B5883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2033" y="3028950"/>
            <a:ext cx="5533967" cy="19014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rgbClr val="000000"/>
                </a:solidFill>
              </a:defRPr>
            </a:lvl1pPr>
          </a:lstStyle>
          <a:p>
            <a:r>
              <a:rPr lang="en-GB"/>
              <a:t>Presented by 14pt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4438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hapter break 3"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6F43B30-F643-5953-909F-59DB30DAE5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4966" y="574675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0">
                <a:solidFill>
                  <a:srgbClr val="000000"/>
                </a:solidFill>
                <a:latin typeface="+mn-l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sz="2800">
                <a:solidFill>
                  <a:srgbClr val="000000"/>
                </a:solidFill>
                <a:latin typeface="Arial"/>
                <a:cs typeface="Arial"/>
              </a:rPr>
              <a:t>Chapter break headline 28pt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4D8F6FB-2C1C-F109-DF00-59FF9854AC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966" y="1047750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1">
                <a:solidFill>
                  <a:srgbClr val="000000"/>
                </a:solidFill>
                <a:latin typeface="Times" pitchFamily="2" charset="0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b="0" i="1">
                <a:solidFill>
                  <a:srgbClr val="000000"/>
                </a:solidFill>
                <a:latin typeface="Times" pitchFamily="2" charset="0"/>
              </a:rPr>
              <a:t>1-2 lines of copy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468A364-34D1-6159-0A81-A0137190A0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2033" y="3028950"/>
            <a:ext cx="5533967" cy="19014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rgbClr val="000000"/>
                </a:solidFill>
              </a:defRPr>
            </a:lvl1pPr>
          </a:lstStyle>
          <a:p>
            <a:r>
              <a:rPr lang="en-GB"/>
              <a:t>Presented by 14pt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086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centre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50296C6E-3B64-67D7-F619-28187B129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9D41BF0-E578-6B9F-D0D8-21CBFD4A1B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57400" y="2101303"/>
            <a:ext cx="5083630" cy="940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0374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centre och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2FA554D-90A4-9E1C-B3B1-C4E7FD2E6B3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57400" y="2114550"/>
            <a:ext cx="4495800" cy="83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0976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E8375F2-9EFB-E2E0-D249-EBD6EB92736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0" y="819150"/>
            <a:ext cx="7391400" cy="3505200"/>
          </a:xfrm>
          <a:prstGeom prst="rect">
            <a:avLst/>
          </a:prstGeom>
        </p:spPr>
        <p:txBody>
          <a:bodyPr vert="horz" wrap="square" lIns="0" tIns="12700" rIns="0" bIns="0" rtlCol="0" anchor="ctr" anchorCtr="0">
            <a:noAutofit/>
          </a:bodyPr>
          <a:lstStyle>
            <a:lvl1pPr algn="ctr">
              <a:defRPr sz="3800" b="0" i="0">
                <a:solidFill>
                  <a:schemeClr val="tx1"/>
                </a:solidFill>
                <a:latin typeface="Times" pitchFamily="2" charset="0"/>
              </a:defRPr>
            </a:lvl1pPr>
          </a:lstStyle>
          <a:p>
            <a:pPr marL="12700" marR="0" lvl="0" indent="0" algn="ctr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800">
                <a:solidFill>
                  <a:srgbClr val="000000"/>
                </a:solidFill>
              </a:rPr>
              <a:t>“Insert quote </a:t>
            </a:r>
            <a:r>
              <a:rPr sz="3800" spc="-10">
                <a:solidFill>
                  <a:srgbClr val="000000"/>
                </a:solidFill>
              </a:rPr>
              <a:t>here</a:t>
            </a:r>
            <a:r>
              <a:rPr lang="en-AU" sz="3800" spc="-10">
                <a:solidFill>
                  <a:srgbClr val="000000"/>
                </a:solidFill>
              </a:rPr>
              <a:t>. </a:t>
            </a:r>
            <a:br>
              <a:rPr lang="en-AU" sz="3800" spc="-10">
                <a:solidFill>
                  <a:srgbClr val="000000"/>
                </a:solidFill>
              </a:rPr>
            </a:br>
            <a:r>
              <a:rPr lang="en-AU" sz="3800" spc="-10" err="1">
                <a:solidFill>
                  <a:srgbClr val="000000"/>
                </a:solidFill>
              </a:rPr>
              <a:t>Unti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cuptasitae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velluptatur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suntem</a:t>
            </a:r>
            <a:r>
              <a:rPr lang="en-AU" sz="3800" spc="-10">
                <a:solidFill>
                  <a:srgbClr val="000000"/>
                </a:solidFill>
              </a:rPr>
              <a:t> as </a:t>
            </a:r>
            <a:r>
              <a:rPr lang="en-AU" sz="3800" spc="-10" err="1">
                <a:solidFill>
                  <a:srgbClr val="000000"/>
                </a:solidFill>
              </a:rPr>
              <a:t>derempo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rposten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dignisqui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omnissum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eiur</a:t>
            </a:r>
            <a:r>
              <a:rPr lang="en-AU" sz="3800" spc="-10">
                <a:solidFill>
                  <a:srgbClr val="000000"/>
                </a:solidFill>
              </a:rPr>
              <a:t>, </a:t>
            </a:r>
            <a:r>
              <a:rPr lang="en-AU" sz="3800" spc="-10" err="1">
                <a:solidFill>
                  <a:srgbClr val="000000"/>
                </a:solidFill>
              </a:rPr>
              <a:t>earchit</a:t>
            </a:r>
            <a:r>
              <a:rPr lang="en-AU" sz="3800" spc="-10">
                <a:solidFill>
                  <a:srgbClr val="000000"/>
                </a:solidFill>
              </a:rPr>
              <a:t> ab </a:t>
            </a:r>
            <a:r>
              <a:rPr lang="en-AU" sz="3800" spc="-10" err="1">
                <a:solidFill>
                  <a:srgbClr val="000000"/>
                </a:solidFill>
              </a:rPr>
              <a:t>ipidici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llorum</a:t>
            </a:r>
            <a:r>
              <a:rPr lang="en-AU" sz="3800" spc="-10">
                <a:solidFill>
                  <a:srgbClr val="000000"/>
                </a:solidFill>
              </a:rPr>
              <a:t>, </a:t>
            </a:r>
            <a:r>
              <a:rPr lang="en-AU" sz="3800" spc="-10" err="1">
                <a:solidFill>
                  <a:srgbClr val="000000"/>
                </a:solidFill>
              </a:rPr>
              <a:t>coreriae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quia</a:t>
            </a:r>
            <a:r>
              <a:rPr lang="en-AU" sz="3800" spc="-10">
                <a:solidFill>
                  <a:srgbClr val="000000"/>
                </a:solidFill>
              </a:rPr>
              <a:t>.”</a:t>
            </a:r>
            <a:endParaRPr sz="3800"/>
          </a:p>
        </p:txBody>
      </p:sp>
    </p:spTree>
    <p:extLst>
      <p:ext uri="{BB962C8B-B14F-4D97-AF65-F5344CB8AC3E}">
        <p14:creationId xmlns:p14="http://schemas.microsoft.com/office/powerpoint/2010/main" val="1356158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A097E-185C-39F4-467B-3196A19AD666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0" y="819150"/>
            <a:ext cx="7391400" cy="3505200"/>
          </a:xfrm>
          <a:prstGeom prst="rect">
            <a:avLst/>
          </a:prstGeom>
        </p:spPr>
        <p:txBody>
          <a:bodyPr vert="horz" wrap="square" lIns="0" tIns="12700" rIns="0" bIns="0" rtlCol="0" anchor="ctr" anchorCtr="0">
            <a:noAutofit/>
          </a:bodyPr>
          <a:lstStyle>
            <a:lvl1pPr algn="ctr">
              <a:defRPr sz="3800" b="0" i="0">
                <a:solidFill>
                  <a:schemeClr val="accent1"/>
                </a:solidFill>
                <a:latin typeface="Times" pitchFamily="2" charset="0"/>
              </a:defRPr>
            </a:lvl1pPr>
          </a:lstStyle>
          <a:p>
            <a:pPr marL="12700" marR="0" lvl="0" indent="0" algn="ctr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800">
                <a:solidFill>
                  <a:srgbClr val="000000"/>
                </a:solidFill>
              </a:rPr>
              <a:t>“Insert quote </a:t>
            </a:r>
            <a:r>
              <a:rPr sz="3800" spc="-10">
                <a:solidFill>
                  <a:srgbClr val="000000"/>
                </a:solidFill>
              </a:rPr>
              <a:t>here</a:t>
            </a:r>
            <a:r>
              <a:rPr lang="en-AU" sz="3800" spc="-10">
                <a:solidFill>
                  <a:srgbClr val="000000"/>
                </a:solidFill>
              </a:rPr>
              <a:t>. </a:t>
            </a:r>
            <a:br>
              <a:rPr lang="en-AU" sz="3800" spc="-10">
                <a:solidFill>
                  <a:srgbClr val="000000"/>
                </a:solidFill>
              </a:rPr>
            </a:br>
            <a:r>
              <a:rPr lang="en-AU" sz="3800" spc="-10" err="1">
                <a:solidFill>
                  <a:srgbClr val="000000"/>
                </a:solidFill>
              </a:rPr>
              <a:t>Unti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cuptasitae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velluptatur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suntem</a:t>
            </a:r>
            <a:r>
              <a:rPr lang="en-AU" sz="3800" spc="-10">
                <a:solidFill>
                  <a:srgbClr val="000000"/>
                </a:solidFill>
              </a:rPr>
              <a:t> as </a:t>
            </a:r>
            <a:r>
              <a:rPr lang="en-AU" sz="3800" spc="-10" err="1">
                <a:solidFill>
                  <a:srgbClr val="000000"/>
                </a:solidFill>
              </a:rPr>
              <a:t>derempo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rposten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dignisqui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omnissum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eiur</a:t>
            </a:r>
            <a:r>
              <a:rPr lang="en-AU" sz="3800" spc="-10">
                <a:solidFill>
                  <a:srgbClr val="000000"/>
                </a:solidFill>
              </a:rPr>
              <a:t>, </a:t>
            </a:r>
            <a:r>
              <a:rPr lang="en-AU" sz="3800" spc="-10" err="1">
                <a:solidFill>
                  <a:srgbClr val="000000"/>
                </a:solidFill>
              </a:rPr>
              <a:t>earchit</a:t>
            </a:r>
            <a:r>
              <a:rPr lang="en-AU" sz="3800" spc="-10">
                <a:solidFill>
                  <a:srgbClr val="000000"/>
                </a:solidFill>
              </a:rPr>
              <a:t> ab </a:t>
            </a:r>
            <a:r>
              <a:rPr lang="en-AU" sz="3800" spc="-10" err="1">
                <a:solidFill>
                  <a:srgbClr val="000000"/>
                </a:solidFill>
              </a:rPr>
              <a:t>ipidici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llorum</a:t>
            </a:r>
            <a:r>
              <a:rPr lang="en-AU" sz="3800" spc="-10">
                <a:solidFill>
                  <a:srgbClr val="000000"/>
                </a:solidFill>
              </a:rPr>
              <a:t>, </a:t>
            </a:r>
            <a:r>
              <a:rPr lang="en-AU" sz="3800" spc="-10" err="1">
                <a:solidFill>
                  <a:srgbClr val="000000"/>
                </a:solidFill>
              </a:rPr>
              <a:t>coreriae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quia</a:t>
            </a:r>
            <a:r>
              <a:rPr lang="en-AU" sz="3800" spc="-10">
                <a:solidFill>
                  <a:srgbClr val="000000"/>
                </a:solidFill>
              </a:rPr>
              <a:t>.”</a:t>
            </a:r>
            <a:endParaRPr sz="3800"/>
          </a:p>
        </p:txBody>
      </p:sp>
    </p:spTree>
    <p:extLst>
      <p:ext uri="{BB962C8B-B14F-4D97-AF65-F5344CB8AC3E}">
        <p14:creationId xmlns:p14="http://schemas.microsoft.com/office/powerpoint/2010/main" val="3491257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1">
            <a:extLst>
              <a:ext uri="{FF2B5EF4-FFF2-40B4-BE49-F238E27FC236}">
                <a16:creationId xmlns:a16="http://schemas.microsoft.com/office/drawing/2014/main" id="{69D3DD68-72FE-5430-2CCD-62A73AAF985C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5515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44173-B046-E632-8483-B2707C81E7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5300" y="3333750"/>
            <a:ext cx="5829300" cy="100488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solidFill>
                  <a:schemeClr val="bg1"/>
                </a:solidFill>
                <a:latin typeface="Times" pitchFamily="2" charset="0"/>
              </a:defRPr>
            </a:lvl1pPr>
            <a:lvl2pPr>
              <a:buFontTx/>
              <a:buNone/>
              <a:defRPr>
                <a:solidFill>
                  <a:schemeClr val="bg1"/>
                </a:solidFill>
              </a:defRPr>
            </a:lvl2pPr>
            <a:lvl3pPr>
              <a:buFontTx/>
              <a:buNone/>
              <a:defRPr>
                <a:solidFill>
                  <a:schemeClr val="bg1"/>
                </a:solidFill>
              </a:defRPr>
            </a:lvl3pPr>
            <a:lvl4pPr>
              <a:buFontTx/>
              <a:buNone/>
              <a:defRPr>
                <a:solidFill>
                  <a:schemeClr val="bg1"/>
                </a:solidFill>
              </a:defRPr>
            </a:lvl4pPr>
            <a:lvl5pPr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0DE0EA6B-E5AC-3B11-BD85-9AE2F2B2B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865" y="-960120"/>
            <a:ext cx="9144000" cy="610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040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1">
            <a:extLst>
              <a:ext uri="{FF2B5EF4-FFF2-40B4-BE49-F238E27FC236}">
                <a16:creationId xmlns:a16="http://schemas.microsoft.com/office/drawing/2014/main" id="{3DE60E2F-8D86-E014-B1B6-8CC60B835BB9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189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ex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">
            <a:extLst>
              <a:ext uri="{FF2B5EF4-FFF2-40B4-BE49-F238E27FC236}">
                <a16:creationId xmlns:a16="http://schemas.microsoft.com/office/drawing/2014/main" id="{A0A86295-3799-4055-1C7A-59CAA363CB1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9144000" cy="30289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CED1024-5DA2-8840-7AC2-C7FC158C7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028950"/>
            <a:ext cx="9144000" cy="71436"/>
          </a:xfrm>
          <a:custGeom>
            <a:avLst/>
            <a:gdLst/>
            <a:ahLst/>
            <a:cxnLst/>
            <a:rect l="l" t="t" r="r" b="b"/>
            <a:pathLst>
              <a:path w="9144000" h="459739">
                <a:moveTo>
                  <a:pt x="9144000" y="0"/>
                </a:moveTo>
                <a:lnTo>
                  <a:pt x="0" y="0"/>
                </a:lnTo>
                <a:lnTo>
                  <a:pt x="0" y="459739"/>
                </a:lnTo>
                <a:lnTo>
                  <a:pt x="9144000" y="459739"/>
                </a:lnTo>
                <a:lnTo>
                  <a:pt x="9144000" y="0"/>
                </a:lnTo>
                <a:close/>
              </a:path>
            </a:pathLst>
          </a:custGeom>
          <a:solidFill>
            <a:srgbClr val="E64626"/>
          </a:solidFill>
          <a:ln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3399B2A-36AB-AE15-E217-C1D472E7E1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100387"/>
            <a:ext cx="9144000" cy="2043430"/>
          </a:xfrm>
          <a:custGeom>
            <a:avLst/>
            <a:gdLst/>
            <a:ahLst/>
            <a:cxnLst/>
            <a:rect l="l" t="t" r="r" b="b"/>
            <a:pathLst>
              <a:path w="9144000" h="2043429">
                <a:moveTo>
                  <a:pt x="9144000" y="0"/>
                </a:moveTo>
                <a:lnTo>
                  <a:pt x="0" y="0"/>
                </a:lnTo>
                <a:lnTo>
                  <a:pt x="0" y="2043112"/>
                </a:lnTo>
                <a:lnTo>
                  <a:pt x="9144000" y="2043112"/>
                </a:lnTo>
                <a:lnTo>
                  <a:pt x="9144000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31B0B21C-FA2D-826B-7943-A68F827AB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72443" y="3403748"/>
            <a:ext cx="0" cy="1219200"/>
          </a:xfrm>
          <a:custGeom>
            <a:avLst/>
            <a:gdLst/>
            <a:ahLst/>
            <a:cxnLst/>
            <a:rect l="l" t="t" r="r" b="b"/>
            <a:pathLst>
              <a:path h="1219200">
                <a:moveTo>
                  <a:pt x="0" y="0"/>
                </a:moveTo>
                <a:lnTo>
                  <a:pt x="0" y="1219199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8E3BADCE-997C-7AED-BF38-6CE000F80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18200" y="3403748"/>
            <a:ext cx="0" cy="1219200"/>
          </a:xfrm>
          <a:custGeom>
            <a:avLst/>
            <a:gdLst/>
            <a:ahLst/>
            <a:cxnLst/>
            <a:rect l="l" t="t" r="r" b="b"/>
            <a:pathLst>
              <a:path h="1219200">
                <a:moveTo>
                  <a:pt x="0" y="0"/>
                </a:moveTo>
                <a:lnTo>
                  <a:pt x="0" y="1219199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Holder 1">
            <a:extLst>
              <a:ext uri="{FF2B5EF4-FFF2-40B4-BE49-F238E27FC236}">
                <a16:creationId xmlns:a16="http://schemas.microsoft.com/office/drawing/2014/main" id="{A750FE79-0F06-BEC8-114A-CEEB0654F56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98676" y="3357000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AU"/>
              <a:t>Click to add text 10pt</a:t>
            </a:r>
            <a:endParaRPr/>
          </a:p>
        </p:txBody>
      </p:sp>
      <p:sp>
        <p:nvSpPr>
          <p:cNvPr id="13" name="Holder 2">
            <a:extLst>
              <a:ext uri="{FF2B5EF4-FFF2-40B4-BE49-F238E27FC236}">
                <a16:creationId xmlns:a16="http://schemas.microsoft.com/office/drawing/2014/main" id="{816E88B2-2440-D778-EE70-7C9542EC020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3615997" y="3357000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tabLst/>
              <a:defRPr/>
            </a:pPr>
            <a:r>
              <a:rPr lang="en-AU"/>
              <a:t>Click to add text 10pt</a:t>
            </a:r>
          </a:p>
          <a:p>
            <a:endParaRPr/>
          </a:p>
        </p:txBody>
      </p:sp>
      <p:sp>
        <p:nvSpPr>
          <p:cNvPr id="14" name="Holder 3">
            <a:extLst>
              <a:ext uri="{FF2B5EF4-FFF2-40B4-BE49-F238E27FC236}">
                <a16:creationId xmlns:a16="http://schemas.microsoft.com/office/drawing/2014/main" id="{52D6ACAB-5609-38FC-D3ED-9C642272FE3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333318" y="3357000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tabLst/>
              <a:defRPr/>
            </a:pPr>
            <a:r>
              <a:rPr lang="en-AU"/>
              <a:t>Click to add text 10pt</a:t>
            </a:r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88858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and tex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">
            <a:extLst>
              <a:ext uri="{FF2B5EF4-FFF2-40B4-BE49-F238E27FC236}">
                <a16:creationId xmlns:a16="http://schemas.microsoft.com/office/drawing/2014/main" id="{A0A86295-3799-4055-1C7A-59CAA363CB1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26406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CED1024-5DA2-8840-7AC2-C7FC158C7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640647"/>
            <a:ext cx="9144000" cy="459740"/>
          </a:xfrm>
          <a:custGeom>
            <a:avLst/>
            <a:gdLst/>
            <a:ahLst/>
            <a:cxnLst/>
            <a:rect l="l" t="t" r="r" b="b"/>
            <a:pathLst>
              <a:path w="9144000" h="459739">
                <a:moveTo>
                  <a:pt x="9144000" y="0"/>
                </a:moveTo>
                <a:lnTo>
                  <a:pt x="0" y="0"/>
                </a:lnTo>
                <a:lnTo>
                  <a:pt x="0" y="459739"/>
                </a:lnTo>
                <a:lnTo>
                  <a:pt x="9144000" y="459739"/>
                </a:lnTo>
                <a:lnTo>
                  <a:pt x="9144000" y="0"/>
                </a:lnTo>
                <a:close/>
              </a:path>
            </a:pathLst>
          </a:custGeom>
          <a:solidFill>
            <a:srgbClr val="E64626"/>
          </a:solidFill>
          <a:ln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3399B2A-36AB-AE15-E217-C1D472E7E1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100387"/>
            <a:ext cx="9144000" cy="2043430"/>
          </a:xfrm>
          <a:custGeom>
            <a:avLst/>
            <a:gdLst/>
            <a:ahLst/>
            <a:cxnLst/>
            <a:rect l="l" t="t" r="r" b="b"/>
            <a:pathLst>
              <a:path w="9144000" h="2043429">
                <a:moveTo>
                  <a:pt x="9144000" y="0"/>
                </a:moveTo>
                <a:lnTo>
                  <a:pt x="0" y="0"/>
                </a:lnTo>
                <a:lnTo>
                  <a:pt x="0" y="2043112"/>
                </a:lnTo>
                <a:lnTo>
                  <a:pt x="9144000" y="2043112"/>
                </a:lnTo>
                <a:lnTo>
                  <a:pt x="914400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31B0B21C-FA2D-826B-7943-A68F827AB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72443" y="3403748"/>
            <a:ext cx="0" cy="1219200"/>
          </a:xfrm>
          <a:custGeom>
            <a:avLst/>
            <a:gdLst/>
            <a:ahLst/>
            <a:cxnLst/>
            <a:rect l="l" t="t" r="r" b="b"/>
            <a:pathLst>
              <a:path h="1219200">
                <a:moveTo>
                  <a:pt x="0" y="0"/>
                </a:moveTo>
                <a:lnTo>
                  <a:pt x="0" y="1219199"/>
                </a:lnTo>
              </a:path>
            </a:pathLst>
          </a:custGeom>
          <a:ln w="254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8E3BADCE-997C-7AED-BF38-6CE000F80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18200" y="3403748"/>
            <a:ext cx="0" cy="1219200"/>
          </a:xfrm>
          <a:custGeom>
            <a:avLst/>
            <a:gdLst/>
            <a:ahLst/>
            <a:cxnLst/>
            <a:rect l="l" t="t" r="r" b="b"/>
            <a:pathLst>
              <a:path h="1219200">
                <a:moveTo>
                  <a:pt x="0" y="0"/>
                </a:moveTo>
                <a:lnTo>
                  <a:pt x="0" y="1219199"/>
                </a:lnTo>
              </a:path>
            </a:pathLst>
          </a:custGeom>
          <a:ln w="254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Holder 1">
            <a:extLst>
              <a:ext uri="{FF2B5EF4-FFF2-40B4-BE49-F238E27FC236}">
                <a16:creationId xmlns:a16="http://schemas.microsoft.com/office/drawing/2014/main" id="{A750FE79-0F06-BEC8-114A-CEEB0654F56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98676" y="3357000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AU"/>
              <a:t>Click to add text 10pt</a:t>
            </a:r>
            <a:endParaRPr/>
          </a:p>
        </p:txBody>
      </p:sp>
      <p:sp>
        <p:nvSpPr>
          <p:cNvPr id="13" name="Holder 2">
            <a:extLst>
              <a:ext uri="{FF2B5EF4-FFF2-40B4-BE49-F238E27FC236}">
                <a16:creationId xmlns:a16="http://schemas.microsoft.com/office/drawing/2014/main" id="{816E88B2-2440-D778-EE70-7C9542EC020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3615997" y="3357000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AU"/>
              <a:t>Click to add text 10pt</a:t>
            </a:r>
          </a:p>
          <a:p>
            <a:endParaRPr/>
          </a:p>
        </p:txBody>
      </p:sp>
      <p:sp>
        <p:nvSpPr>
          <p:cNvPr id="14" name="Holder 3">
            <a:extLst>
              <a:ext uri="{FF2B5EF4-FFF2-40B4-BE49-F238E27FC236}">
                <a16:creationId xmlns:a16="http://schemas.microsoft.com/office/drawing/2014/main" id="{52D6ACAB-5609-38FC-D3ED-9C642272FE3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333318" y="3357000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tabLst/>
              <a:defRPr/>
            </a:pPr>
            <a:r>
              <a:rPr lang="en-AU"/>
              <a:t>Click to add text 10pt</a:t>
            </a:r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95472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284C3413-144B-3E34-A5A7-2A85DAA6364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1013" y="1657350"/>
            <a:ext cx="3152775" cy="2362200"/>
          </a:xfrm>
          <a:prstGeom prst="rect">
            <a:avLst/>
          </a:prstGeom>
        </p:spPr>
        <p:txBody>
          <a:bodyPr lIns="0" anchor="b" anchorCtr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buNone/>
              <a:defRPr sz="10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1000">
                <a:solidFill>
                  <a:schemeClr val="tx1"/>
                </a:solidFill>
              </a:defRPr>
            </a:lvl4pPr>
            <a:lvl5pPr>
              <a:buNone/>
              <a:defRPr sz="1000">
                <a:solidFill>
                  <a:schemeClr val="tx1"/>
                </a:solidFill>
              </a:defRPr>
            </a:lvl5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AU" sz="1000" b="1">
                <a:latin typeface="Arial"/>
                <a:cs typeface="Arial"/>
              </a:rPr>
              <a:t>Insert team/discipline </a:t>
            </a:r>
            <a:r>
              <a:rPr lang="en-AU" sz="1000" b="1" spc="-20">
                <a:latin typeface="Arial"/>
                <a:cs typeface="Arial"/>
              </a:rPr>
              <a:t>area</a:t>
            </a:r>
            <a:endParaRPr lang="en-AU" sz="1000">
              <a:latin typeface="Arial"/>
              <a:cs typeface="Arial"/>
            </a:endParaRPr>
          </a:p>
          <a:p>
            <a:pPr marL="12700" marR="711200">
              <a:lnSpc>
                <a:spcPct val="100000"/>
              </a:lnSpc>
            </a:pPr>
            <a:r>
              <a:rPr lang="en-AU" sz="1000">
                <a:latin typeface="Arial"/>
                <a:cs typeface="Arial"/>
              </a:rPr>
              <a:t>Name</a:t>
            </a:r>
            <a:r>
              <a:rPr lang="en-AU" sz="1000" spc="-20">
                <a:latin typeface="Arial"/>
                <a:cs typeface="Arial"/>
              </a:rPr>
              <a:t> </a:t>
            </a:r>
            <a:r>
              <a:rPr lang="en-AU" sz="1000" spc="-10">
                <a:latin typeface="Arial"/>
                <a:cs typeface="Arial"/>
              </a:rPr>
              <a:t>Surname Title</a:t>
            </a:r>
            <a:endParaRPr lang="en-AU"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-AU" sz="1000">
                <a:latin typeface="Arial"/>
                <a:cs typeface="Arial"/>
              </a:rPr>
              <a:t>+61</a:t>
            </a:r>
            <a:r>
              <a:rPr lang="en-AU" sz="1000" spc="-10">
                <a:latin typeface="Arial"/>
                <a:cs typeface="Arial"/>
              </a:rPr>
              <a:t> </a:t>
            </a:r>
            <a:r>
              <a:rPr lang="en-AU" sz="1000">
                <a:latin typeface="Arial"/>
                <a:cs typeface="Arial"/>
              </a:rPr>
              <a:t>2</a:t>
            </a:r>
            <a:r>
              <a:rPr lang="en-AU" sz="1000" spc="-5">
                <a:latin typeface="Arial"/>
                <a:cs typeface="Arial"/>
              </a:rPr>
              <a:t> </a:t>
            </a:r>
            <a:r>
              <a:rPr lang="en-AU" sz="1000">
                <a:latin typeface="Arial"/>
                <a:cs typeface="Arial"/>
              </a:rPr>
              <a:t>1234</a:t>
            </a:r>
            <a:r>
              <a:rPr lang="en-AU" sz="1000" spc="-10">
                <a:latin typeface="Arial"/>
                <a:cs typeface="Arial"/>
              </a:rPr>
              <a:t> </a:t>
            </a:r>
            <a:r>
              <a:rPr lang="en-AU" sz="1000" spc="-20">
                <a:latin typeface="Arial"/>
                <a:cs typeface="Arial"/>
              </a:rPr>
              <a:t>5678</a:t>
            </a:r>
            <a:endParaRPr lang="en-AU"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-AU" sz="1000" spc="-10">
                <a:latin typeface="Arial"/>
                <a:cs typeface="Arial"/>
                <a:hlinkClick r:id="rId2"/>
              </a:rPr>
              <a:t>first.last@sydney.edu.au</a:t>
            </a:r>
            <a:endParaRPr lang="en-AU"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lang="en-AU"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-AU" sz="1000" b="1" spc="-10" err="1">
                <a:latin typeface="Arial"/>
                <a:cs typeface="Arial"/>
              </a:rPr>
              <a:t>sydney.edu.au</a:t>
            </a:r>
            <a:r>
              <a:rPr lang="en-AU" sz="1000" b="1" spc="-10">
                <a:latin typeface="Arial"/>
                <a:cs typeface="Arial"/>
              </a:rPr>
              <a:t>/</a:t>
            </a:r>
            <a:r>
              <a:rPr lang="en-AU" sz="1000" b="1" spc="-10" err="1">
                <a:latin typeface="Arial"/>
                <a:cs typeface="Arial"/>
              </a:rPr>
              <a:t>xxxx</a:t>
            </a:r>
            <a:endParaRPr lang="en-AU" sz="1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8735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accent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Title only</a:t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o title (line and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97F195D-1D75-7971-7AE4-F2EDDB4FE0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9144000" cy="971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8912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7BF0C12-4EFA-AA48-3CFD-E595F2CE757D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2846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 - Sandstone backgrou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accent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Title only – Sandstone background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1748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 - Light Grey background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accent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Title only – light grey background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81290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, small body copy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736598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1 column text box</a:t>
            </a:r>
            <a:br>
              <a:rPr lang="en-US"/>
            </a:br>
            <a:r>
              <a:rPr lang="en-US"/>
              <a:t>Small body copy</a:t>
            </a:r>
            <a:endParaRPr/>
          </a:p>
        </p:txBody>
      </p:sp>
      <p:sp>
        <p:nvSpPr>
          <p:cNvPr id="8" name="Placeholder text 2">
            <a:extLst>
              <a:ext uri="{FF2B5EF4-FFF2-40B4-BE49-F238E27FC236}">
                <a16:creationId xmlns:a16="http://schemas.microsoft.com/office/drawing/2014/main" id="{4750A85D-7EC4-4F3C-A957-3387FB721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6673850" cy="2781300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171450" indent="-171450">
              <a:buFont typeface="System Font Regular"/>
              <a:buChar char="-"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 marL="628650" indent="-171450">
              <a:buFont typeface="System Font Regular"/>
              <a:buChar char="-"/>
              <a:defRPr sz="1000"/>
            </a:lvl2pPr>
          </a:lstStyle>
          <a:p>
            <a:r>
              <a:rPr lang="en-AU"/>
              <a:t>Click to add text</a:t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, small body copy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736598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2 column text box</a:t>
            </a:r>
            <a:br>
              <a:rPr lang="en-US"/>
            </a:br>
            <a:r>
              <a:rPr lang="en-US"/>
              <a:t>Small body copy</a:t>
            </a:r>
            <a:endParaRPr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8B76861-0B8E-1907-DDCC-D9BE0F72992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6673850" cy="2781300"/>
          </a:xfrm>
          <a:prstGeom prst="rect">
            <a:avLst/>
          </a:prstGeom>
        </p:spPr>
        <p:txBody>
          <a:bodyPr lIns="0" tIns="0" rIns="0" bIns="0" numCol="2" spcCol="252000"/>
          <a:lstStyle>
            <a:lvl1pPr marL="171450" indent="-171450">
              <a:buFont typeface="System Font Regular"/>
              <a:buChar char="-"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 marL="628650" indent="-171450">
              <a:buFont typeface="System Font Regular"/>
              <a:buChar char="-"/>
              <a:defRPr sz="1000"/>
            </a:lvl2pPr>
          </a:lstStyle>
          <a:p>
            <a:r>
              <a:rPr lang="en-AU"/>
              <a:t>Click to add text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4336413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, small body copy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736598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3 column text box</a:t>
            </a:r>
            <a:br>
              <a:rPr lang="en-US"/>
            </a:br>
            <a:r>
              <a:rPr lang="en-US"/>
              <a:t>Small body copy</a:t>
            </a:r>
            <a:endParaRPr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691CD0B-A249-E00E-D26B-FCB09FEB612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6673850" cy="2781300"/>
          </a:xfrm>
          <a:prstGeom prst="rect">
            <a:avLst/>
          </a:prstGeom>
        </p:spPr>
        <p:txBody>
          <a:bodyPr lIns="0" tIns="0" rIns="0" bIns="0" numCol="3" spcCol="252000"/>
          <a:lstStyle>
            <a:lvl1pPr marL="171450" indent="-171450">
              <a:buFont typeface="System Font Regular"/>
              <a:buChar char="-"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 marL="628650" indent="-171450">
              <a:buFont typeface="System Font Regular"/>
              <a:buChar char="-"/>
              <a:defRPr sz="1000"/>
            </a:lvl2pPr>
          </a:lstStyle>
          <a:p>
            <a:r>
              <a:rPr lang="en-AU"/>
              <a:t>Text Placeholder 2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5737104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, medium body copy 13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736598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1 column text box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025C77E-CD2E-BA7A-975E-54EF9CC46D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1188" y="1809750"/>
            <a:ext cx="6684962" cy="2755900"/>
          </a:xfr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42705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, medium body copy 13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736598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2 column text box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AE129D5-BC83-5BC6-7696-A62ABBA706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1188" y="1809750"/>
            <a:ext cx="3224212" cy="2755900"/>
          </a:xfr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EE874E2-82AB-542D-E56B-2FB8466A88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30969" y="1809750"/>
            <a:ext cx="3224212" cy="2755900"/>
          </a:xfr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93441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, medium body copy 13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736598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3 column text box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89C3E4A-3CEE-6A06-BFB0-526F77478D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1188" y="1814829"/>
            <a:ext cx="1954832" cy="2755900"/>
          </a:xfr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DFC8A7E-2401-E620-E338-5D28D25068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50315" y="1814829"/>
            <a:ext cx="1954832" cy="2755900"/>
          </a:xfr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104634B-900F-6E88-EAFF-FBF5C77F1AE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44627" y="1814829"/>
            <a:ext cx="1954832" cy="2755900"/>
          </a:xfr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24002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, large body copy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736598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1 column text box</a:t>
            </a:r>
            <a:br>
              <a:rPr lang="en-US"/>
            </a:br>
            <a:r>
              <a:rPr lang="en-US"/>
              <a:t>Large body copy</a:t>
            </a:r>
            <a:endParaRPr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025C77E-CD2E-BA7A-975E-54EF9CC46D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1188" y="1809750"/>
            <a:ext cx="6684962" cy="2755900"/>
          </a:xfr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00934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577850"/>
            <a:ext cx="7988300" cy="369332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Title and 1 object</a:t>
            </a:r>
            <a:endParaRPr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7CDED4A-4823-EF24-3881-13F93D52660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881188" y="1802292"/>
            <a:ext cx="6684962" cy="276335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>
              <a:buFont typeface="System Font Regular"/>
              <a:buNone/>
              <a:defRPr sz="1000"/>
            </a:lvl1pPr>
            <a:lvl2pPr>
              <a:defRPr sz="1000"/>
            </a:lvl2pPr>
          </a:lstStyle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System Font Regular"/>
              <a:buChar char="-"/>
              <a:tabLst/>
              <a:defRPr/>
            </a:pPr>
            <a:r>
              <a:rPr lang="en-AU"/>
              <a:t>Click to add text or click on icon </a:t>
            </a:r>
            <a:br>
              <a:rPr lang="en-AU"/>
            </a:br>
            <a:r>
              <a:rPr lang="en-AU"/>
              <a:t>below to add object’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072B83BE-F949-7430-0580-E28A8377541C}"/>
              </a:ext>
            </a:extLst>
          </p:cNvPr>
          <p:cNvSpPr txBox="1"/>
          <p:nvPr userDrawn="1"/>
        </p:nvSpPr>
        <p:spPr>
          <a:xfrm>
            <a:off x="568325" y="4725643"/>
            <a:ext cx="942975" cy="11811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The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University</a:t>
            </a:r>
            <a:r>
              <a:rPr sz="650" spc="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of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Sydney</a:t>
            </a:r>
            <a:endParaRPr sz="6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870488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577850"/>
            <a:ext cx="7988300" cy="369332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Title and 2 objects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sz="half" idx="2" hasCustomPrompt="1"/>
          </p:nvPr>
        </p:nvSpPr>
        <p:spPr>
          <a:xfrm>
            <a:off x="1881188" y="1802292"/>
            <a:ext cx="3148012" cy="276335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>
              <a:buFont typeface="System Font Regular"/>
              <a:buNone/>
              <a:defRPr sz="1000"/>
            </a:lvl1pPr>
            <a:lvl2pPr>
              <a:defRPr sz="1000"/>
            </a:lvl2pPr>
          </a:lstStyle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System Font Regular"/>
              <a:buChar char="-"/>
              <a:tabLst/>
              <a:defRPr/>
            </a:pPr>
            <a:r>
              <a:rPr lang="en-AU"/>
              <a:t>Click to add text or click on icon </a:t>
            </a:r>
            <a:br>
              <a:rPr lang="en-AU"/>
            </a:br>
            <a:r>
              <a:rPr lang="en-AU"/>
              <a:t>below to add object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CF546AC-A09B-3B79-BF41-C9B5E391B8D5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5418138" y="1802292"/>
            <a:ext cx="3148012" cy="276335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>
              <a:buFont typeface="System Font Regular"/>
              <a:buNone/>
              <a:defRPr sz="1000"/>
            </a:lvl1pPr>
            <a:lvl2pPr>
              <a:defRPr sz="1000"/>
            </a:lvl2pPr>
          </a:lstStyle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System Font Regular"/>
              <a:buChar char="-"/>
              <a:tabLst/>
              <a:defRPr/>
            </a:pPr>
            <a:r>
              <a:rPr lang="en-AU"/>
              <a:t>Click to add text or click on icon </a:t>
            </a:r>
            <a:br>
              <a:rPr lang="en-AU"/>
            </a:br>
            <a:r>
              <a:rPr lang="en-AU"/>
              <a:t>below to add object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93909B7-37E7-FB1F-A3FB-7C585D474988}"/>
              </a:ext>
            </a:extLst>
          </p:cNvPr>
          <p:cNvSpPr txBox="1"/>
          <p:nvPr userDrawn="1"/>
        </p:nvSpPr>
        <p:spPr>
          <a:xfrm>
            <a:off x="568325" y="4725643"/>
            <a:ext cx="942975" cy="11811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The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University</a:t>
            </a:r>
            <a:r>
              <a:rPr sz="650" spc="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of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Sydney</a:t>
            </a:r>
            <a:endParaRPr sz="65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+ image, small body copy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573331"/>
            <a:ext cx="567055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Title, text box and image</a:t>
            </a:r>
            <a:br>
              <a:rPr lang="en-US"/>
            </a:br>
            <a:r>
              <a:rPr lang="en-US"/>
              <a:t>Small body copy</a:t>
            </a:r>
            <a:endParaRPr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0FAA322-1959-4F66-2CF0-5AB1E42AA9C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4356100" cy="27813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stem Font Regular"/>
              <a:buChar char="-"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>
              <a:buFont typeface="System Font Regular"/>
              <a:buChar char="-"/>
              <a:defRPr sz="1000"/>
            </a:lvl2pPr>
          </a:lstStyle>
          <a:p>
            <a:r>
              <a:rPr lang="en-AU"/>
              <a:t>Click to add text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130F62FA-786C-07E8-C52D-1D109342ADA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495810" y="0"/>
            <a:ext cx="2648190" cy="51435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19812487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+ image, medium body copy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581080"/>
            <a:ext cx="567055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Title, text box and image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0FAA322-1959-4F66-2CF0-5AB1E42AA9C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4356100" cy="27813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stem Font Regular"/>
              <a:buChar char="-"/>
              <a:defRPr sz="13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>
              <a:buFont typeface="System Font Regular"/>
              <a:buChar char="-"/>
              <a:defRPr sz="1000"/>
            </a:lvl2pPr>
          </a:lstStyle>
          <a:p>
            <a:r>
              <a:rPr lang="en-AU"/>
              <a:t>Click to add text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130F62FA-786C-07E8-C52D-1D109342ADA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495810" y="0"/>
            <a:ext cx="2648190" cy="51435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326473199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+ image, large body copy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77850" y="590120"/>
            <a:ext cx="567055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Title, text box and image</a:t>
            </a:r>
            <a:br>
              <a:rPr lang="en-US"/>
            </a:br>
            <a:r>
              <a:rPr lang="en-US"/>
              <a:t>Large body copy</a:t>
            </a:r>
            <a:endParaRPr/>
          </a:p>
        </p:txBody>
      </p:sp>
      <p:sp>
        <p:nvSpPr>
          <p:cNvPr id="6" name="Holder 2">
            <a:extLst>
              <a:ext uri="{FF2B5EF4-FFF2-40B4-BE49-F238E27FC236}">
                <a16:creationId xmlns:a16="http://schemas.microsoft.com/office/drawing/2014/main" id="{B0FAA322-1959-4F66-2CF0-5AB1E42AA9C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4356100" cy="27813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stem Font Regular"/>
              <a:buChar char="-"/>
              <a:defRPr sz="18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>
              <a:buFont typeface="System Font Regular"/>
              <a:buChar char="-"/>
              <a:defRPr sz="1000"/>
            </a:lvl2pPr>
          </a:lstStyle>
          <a:p>
            <a:r>
              <a:rPr lang="en-AU"/>
              <a:t>Click to add text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130F62FA-786C-07E8-C52D-1D109342ADA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495810" y="0"/>
            <a:ext cx="2648190" cy="51435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32574887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5339949" y="763150"/>
            <a:ext cx="3055938" cy="1107996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1</a:t>
            </a:r>
            <a:br>
              <a:rPr lang="en-AU"/>
            </a:br>
            <a:r>
              <a:rPr lang="en-US"/>
              <a:t>Title, text box and image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3E7C6475-9E09-2C25-60AA-C01FFE5493A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4571999" cy="51435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690FE27-A077-176C-683F-060F8B919B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39948" y="2130182"/>
            <a:ext cx="3055937" cy="2070100"/>
          </a:xfr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22263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1500" y="763150"/>
            <a:ext cx="3055938" cy="1107996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2</a:t>
            </a:r>
            <a:br>
              <a:rPr lang="en-AU"/>
            </a:br>
            <a:r>
              <a:rPr lang="en-US"/>
              <a:t>Title, text box and image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63C846B-3BBC-0A9B-343F-8DA8440D4F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1501" y="2130182"/>
            <a:ext cx="3055937" cy="2070100"/>
          </a:xfr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>
                <a:solidFill>
                  <a:schemeClr val="tx1"/>
                </a:solidFill>
              </a:defRPr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>
                <a:solidFill>
                  <a:schemeClr val="tx1"/>
                </a:solidFill>
              </a:defRPr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>
                <a:solidFill>
                  <a:schemeClr val="tx1"/>
                </a:solidFill>
              </a:defRPr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>
                <a:solidFill>
                  <a:schemeClr val="tx1"/>
                </a:solidFill>
              </a:defRPr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9223EA41-0E53-E4BC-82D3-F2D428AADB0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62082" y="0"/>
            <a:ext cx="4581917" cy="51435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213344768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06AF4810-CD2A-169B-7819-02D6EDE18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292" y="0"/>
            <a:ext cx="4562082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: 1"/>
          <p:cNvSpPr>
            <a:spLocks noGrp="1"/>
          </p:cNvSpPr>
          <p:nvPr>
            <p:ph type="title" hasCustomPrompt="1"/>
          </p:nvPr>
        </p:nvSpPr>
        <p:spPr>
          <a:xfrm>
            <a:off x="571500" y="763150"/>
            <a:ext cx="3055938" cy="1107996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3</a:t>
            </a:r>
            <a:br>
              <a:rPr lang="en-AU"/>
            </a:br>
            <a:r>
              <a:rPr lang="en-US"/>
              <a:t>Title, text box and image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A9B2E54-042A-B95A-337E-B5C4C9A5CC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1500" y="2130182"/>
            <a:ext cx="3055937" cy="2070100"/>
          </a:xfr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BF473830-12BA-DF64-1A9E-1CAE3632CA0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62082" y="0"/>
            <a:ext cx="4581918" cy="51435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208551204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0">
            <a:extLst>
              <a:ext uri="{FF2B5EF4-FFF2-40B4-BE49-F238E27FC236}">
                <a16:creationId xmlns:a16="http://schemas.microsoft.com/office/drawing/2014/main" id="{CA7413FA-6408-3254-1779-682CAAAE9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71500" y="590550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91440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E6462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angle 0">
            <a:extLst>
              <a:ext uri="{FF2B5EF4-FFF2-40B4-BE49-F238E27FC236}">
                <a16:creationId xmlns:a16="http://schemas.microsoft.com/office/drawing/2014/main" id="{D01AF305-2512-8B00-F76B-C57D23274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562082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: 1"/>
          <p:cNvSpPr>
            <a:spLocks noGrp="1"/>
          </p:cNvSpPr>
          <p:nvPr>
            <p:ph type="title" hasCustomPrompt="1"/>
          </p:nvPr>
        </p:nvSpPr>
        <p:spPr>
          <a:xfrm>
            <a:off x="571500" y="779025"/>
            <a:ext cx="3055938" cy="1107996"/>
          </a:xfrm>
        </p:spPr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4</a:t>
            </a:r>
            <a:br>
              <a:rPr lang="en-AU"/>
            </a:br>
            <a:r>
              <a:rPr lang="en-US"/>
              <a:t>Title, text box and image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A1A2B76-7231-1188-47F7-90C1CBB052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1501" y="2146057"/>
            <a:ext cx="3055937" cy="2070100"/>
          </a:xfrm>
        </p:spPr>
        <p:txBody>
          <a:bodyPr/>
          <a:lstStyle>
            <a:lvl1pPr marL="171450" indent="-171450">
              <a:buClr>
                <a:schemeClr val="bg1"/>
              </a:buClr>
              <a:buFont typeface="System Font Regular"/>
              <a:buChar char="-"/>
              <a:defRPr sz="1300">
                <a:solidFill>
                  <a:schemeClr val="bg1"/>
                </a:solidFill>
              </a:defRPr>
            </a:lvl1pPr>
            <a:lvl2pPr marL="628650" indent="-171450">
              <a:buClr>
                <a:schemeClr val="bg1"/>
              </a:buClr>
              <a:buFont typeface="System Font Regular"/>
              <a:buChar char="-"/>
              <a:defRPr sz="1300">
                <a:solidFill>
                  <a:schemeClr val="bg1"/>
                </a:solidFill>
              </a:defRPr>
            </a:lvl2pPr>
            <a:lvl3pPr marL="1085850" indent="-171450">
              <a:buClr>
                <a:schemeClr val="bg1"/>
              </a:buClr>
              <a:buFont typeface="System Font Regular"/>
              <a:buChar char="-"/>
              <a:defRPr sz="1300">
                <a:solidFill>
                  <a:schemeClr val="bg1"/>
                </a:solidFill>
              </a:defRPr>
            </a:lvl3pPr>
            <a:lvl4pPr marL="1543050" indent="-171450">
              <a:buClr>
                <a:schemeClr val="bg1"/>
              </a:buClr>
              <a:buFont typeface="System Font Regular"/>
              <a:buChar char="-"/>
              <a:defRPr sz="1300">
                <a:solidFill>
                  <a:schemeClr val="bg1"/>
                </a:solidFill>
              </a:defRPr>
            </a:lvl4pPr>
            <a:lvl5pPr marL="2000250" indent="-171450">
              <a:buClr>
                <a:schemeClr val="bg1"/>
              </a:buClr>
              <a:buFont typeface="System Font Regular"/>
              <a:buChar char="-"/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E01BB514-CFB3-0A62-D442-0367254D28E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62082" y="0"/>
            <a:ext cx="4581918" cy="51435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284563194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08585A7-12B9-F7BC-085D-8B7FD93EC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82842" y="0"/>
            <a:ext cx="5261158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1500" y="779025"/>
            <a:ext cx="3055938" cy="1107996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5</a:t>
            </a:r>
            <a:br>
              <a:rPr lang="en-AU"/>
            </a:br>
            <a:r>
              <a:rPr lang="en-US"/>
              <a:t>Title, text box + images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6260F83-22E0-FB93-2602-46785993E9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071" y="2146057"/>
            <a:ext cx="3055937" cy="2070100"/>
          </a:xfr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FA3D8C20-B9F8-111A-7311-B7F42789D4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442651" y="577850"/>
            <a:ext cx="1996249" cy="1929263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3" name="Picture Placeholder 4">
            <a:extLst>
              <a:ext uri="{FF2B5EF4-FFF2-40B4-BE49-F238E27FC236}">
                <a16:creationId xmlns:a16="http://schemas.microsoft.com/office/drawing/2014/main" id="{E67DE4A2-A084-6CFF-A647-B7F40F5B328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68993" y="577850"/>
            <a:ext cx="1996249" cy="1929263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4" name="Picture Placeholder 5">
            <a:extLst>
              <a:ext uri="{FF2B5EF4-FFF2-40B4-BE49-F238E27FC236}">
                <a16:creationId xmlns:a16="http://schemas.microsoft.com/office/drawing/2014/main" id="{047206EB-D996-0FD4-E065-E9595D10C0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442651" y="2636387"/>
            <a:ext cx="1996249" cy="1929263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5" name="Picture Placeholder 6">
            <a:extLst>
              <a:ext uri="{FF2B5EF4-FFF2-40B4-BE49-F238E27FC236}">
                <a16:creationId xmlns:a16="http://schemas.microsoft.com/office/drawing/2014/main" id="{1EDA01D0-B9B6-53CA-5A69-95C997DC2B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68993" y="2636387"/>
            <a:ext cx="1996249" cy="1929263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271434233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s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1500" y="742950"/>
            <a:ext cx="7993742" cy="381000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6 – single line</a:t>
            </a:r>
            <a:endParaRPr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FA3D8C20-B9F8-111A-7311-B7F42789D4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71500" y="1436723"/>
            <a:ext cx="2880000" cy="2961253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3F9157D3-AB43-6EAD-7F21-F164319B311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574627" y="1434554"/>
            <a:ext cx="1998000" cy="14040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4" name="Picture Placeholder 4">
            <a:extLst>
              <a:ext uri="{FF2B5EF4-FFF2-40B4-BE49-F238E27FC236}">
                <a16:creationId xmlns:a16="http://schemas.microsoft.com/office/drawing/2014/main" id="{047206EB-D996-0FD4-E065-E9595D10C0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574628" y="2957976"/>
            <a:ext cx="1996249" cy="14400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79C8713-47DB-6665-EC36-148C9CB7B0C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86150" y="1436723"/>
            <a:ext cx="2880000" cy="2961253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3" name="Text Placeholder 6"/>
          <p:cNvSpPr>
            <a:spLocks noGrp="1"/>
          </p:cNvSpPr>
          <p:nvPr>
            <p:ph type="body" idx="1"/>
          </p:nvPr>
        </p:nvSpPr>
        <p:spPr>
          <a:xfrm>
            <a:off x="571500" y="4476750"/>
            <a:ext cx="7994650" cy="218174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7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010544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bio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736598"/>
            <a:ext cx="7988300" cy="369332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Speaker bios with image</a:t>
            </a:r>
            <a:endParaRPr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4BEE90D4-8B0A-FDDF-BF6B-72D8DFDC897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892173" y="1410798"/>
            <a:ext cx="1322070" cy="12192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744D6788-A0C0-B174-4895-15A2149AC77C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892173" y="2776903"/>
            <a:ext cx="1917700" cy="387734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1" i="0">
                <a:solidFill>
                  <a:schemeClr val="accent1"/>
                </a:solidFill>
                <a:latin typeface="+mn-lt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First Last 10pt Arial</a:t>
            </a:r>
          </a:p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Title goes here 10pt Times</a:t>
            </a:r>
            <a:endParaRPr/>
          </a:p>
        </p:txBody>
      </p:sp>
      <p:sp>
        <p:nvSpPr>
          <p:cNvPr id="3" name="Text Placeholder 4"/>
          <p:cNvSpPr>
            <a:spLocks noGrp="1"/>
          </p:cNvSpPr>
          <p:nvPr>
            <p:ph type="body" idx="1" hasCustomPrompt="1"/>
          </p:nvPr>
        </p:nvSpPr>
        <p:spPr>
          <a:xfrm>
            <a:off x="1892173" y="3365497"/>
            <a:ext cx="1917700" cy="1375162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000" spc="-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10pt</a:t>
            </a:r>
            <a:endParaRPr/>
          </a:p>
        </p:txBody>
      </p:sp>
      <p:sp>
        <p:nvSpPr>
          <p:cNvPr id="26" name="Picture Placeholder 5">
            <a:extLst>
              <a:ext uri="{FF2B5EF4-FFF2-40B4-BE49-F238E27FC236}">
                <a16:creationId xmlns:a16="http://schemas.microsoft.com/office/drawing/2014/main" id="{5F9DD4CC-F211-99E0-B144-C7DF316647C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205194" y="1410798"/>
            <a:ext cx="1322070" cy="12192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352B38CD-C9E2-6FCF-659C-51A52C84804C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05194" y="2776903"/>
            <a:ext cx="1917700" cy="387734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1" i="0">
                <a:solidFill>
                  <a:schemeClr val="accent1"/>
                </a:solidFill>
                <a:latin typeface="+mn-lt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First Last 10pt Arial</a:t>
            </a:r>
          </a:p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Title goes here 10pt Times</a:t>
            </a:r>
            <a:endParaRPr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7CE8A92-798F-6C5E-0F46-EC0B5684D23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205194" y="3365497"/>
            <a:ext cx="1917700" cy="1375162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000" spc="-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10pt</a:t>
            </a:r>
            <a:endParaRPr/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33A6F673-B304-E705-5E66-2DBDA1BA763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550856" y="1410798"/>
            <a:ext cx="1322070" cy="12192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E08F0228-3E66-E48B-74F0-3A18CDB08DAE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550856" y="2776903"/>
            <a:ext cx="1917700" cy="387734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1" i="0">
                <a:solidFill>
                  <a:schemeClr val="accent1"/>
                </a:solidFill>
                <a:latin typeface="+mn-lt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First Last 10pt Arial</a:t>
            </a:r>
          </a:p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Title goes here 10pt Times</a:t>
            </a:r>
            <a:endParaRPr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4BEEB3E0-898E-2BE3-26F4-15A3FF454115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550856" y="3365497"/>
            <a:ext cx="1917700" cy="1375162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000" spc="-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10pt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059543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bios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77850" y="736598"/>
            <a:ext cx="7988300" cy="369332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Speaker bios no image</a:t>
            </a:r>
            <a:endParaRPr/>
          </a:p>
        </p:txBody>
      </p:sp>
      <p:sp>
        <p:nvSpPr>
          <p:cNvPr id="12" name="Holder 1">
            <a:extLst>
              <a:ext uri="{FF2B5EF4-FFF2-40B4-BE49-F238E27FC236}">
                <a16:creationId xmlns:a16="http://schemas.microsoft.com/office/drawing/2014/main" id="{01046116-FA83-47AD-17FA-94D776E8C805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1887052" y="1426364"/>
            <a:ext cx="2960856" cy="369098"/>
          </a:xfrm>
          <a:prstGeom prst="rect">
            <a:avLst/>
          </a:prstGeom>
          <a:solidFill>
            <a:schemeClr val="accent1"/>
          </a:solidFill>
        </p:spPr>
        <p:txBody>
          <a:bodyPr lIns="251999" tIns="72000" rIns="251999" bIns="72000" numCol="1" spcCol="252000" anchor="ctr" anchorCtr="0"/>
          <a:lstStyle>
            <a:lvl1pPr marL="0" indent="0">
              <a:buFontTx/>
              <a:buNone/>
              <a:defRPr sz="1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Heading 10pt</a:t>
            </a:r>
            <a:endParaRPr/>
          </a:p>
        </p:txBody>
      </p:sp>
      <p:sp>
        <p:nvSpPr>
          <p:cNvPr id="3" name="Holder 2"/>
          <p:cNvSpPr>
            <a:spLocks noGrp="1"/>
          </p:cNvSpPr>
          <p:nvPr>
            <p:ph type="body" idx="1" hasCustomPrompt="1"/>
          </p:nvPr>
        </p:nvSpPr>
        <p:spPr>
          <a:xfrm>
            <a:off x="1887052" y="1795462"/>
            <a:ext cx="2960856" cy="2770187"/>
          </a:xfrm>
          <a:prstGeom prst="rect">
            <a:avLst/>
          </a:prstGeom>
          <a:solidFill>
            <a:schemeClr val="bg2"/>
          </a:solidFill>
        </p:spPr>
        <p:txBody>
          <a:bodyPr lIns="251999" tIns="251999" rIns="251999" bIns="251999" numCol="1" spcCol="252000"/>
          <a:lstStyle>
            <a:lvl1pPr marL="171450" indent="-171450">
              <a:buFont typeface="System Font Regular"/>
              <a:buChar char="-"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000" spc="-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10pt</a:t>
            </a:r>
          </a:p>
          <a:p>
            <a:endParaRPr lang="en-AU"/>
          </a:p>
        </p:txBody>
      </p:sp>
      <p:sp>
        <p:nvSpPr>
          <p:cNvPr id="15" name="Holder 3">
            <a:extLst>
              <a:ext uri="{FF2B5EF4-FFF2-40B4-BE49-F238E27FC236}">
                <a16:creationId xmlns:a16="http://schemas.microsoft.com/office/drawing/2014/main" id="{2593A6BD-50DF-0434-8D9C-6C5105B3794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5212958" y="1426364"/>
            <a:ext cx="2960856" cy="369098"/>
          </a:xfrm>
          <a:prstGeom prst="rect">
            <a:avLst/>
          </a:prstGeom>
          <a:solidFill>
            <a:schemeClr val="accent1"/>
          </a:solidFill>
        </p:spPr>
        <p:txBody>
          <a:bodyPr lIns="251999" tIns="72000" rIns="251999" bIns="72000" numCol="1" spcCol="252000" anchor="ctr" anchorCtr="0"/>
          <a:lstStyle>
            <a:lvl1pPr marL="0" indent="0">
              <a:buFontTx/>
              <a:buNone/>
              <a:defRPr sz="1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Heading 10pt</a:t>
            </a:r>
            <a:endParaRPr/>
          </a:p>
        </p:txBody>
      </p:sp>
      <p:sp>
        <p:nvSpPr>
          <p:cNvPr id="13" name="Holder 4">
            <a:extLst>
              <a:ext uri="{FF2B5EF4-FFF2-40B4-BE49-F238E27FC236}">
                <a16:creationId xmlns:a16="http://schemas.microsoft.com/office/drawing/2014/main" id="{980934C0-12AC-D7ED-F525-AC922980850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5212958" y="1795462"/>
            <a:ext cx="2960856" cy="2770187"/>
          </a:xfrm>
          <a:prstGeom prst="rect">
            <a:avLst/>
          </a:prstGeom>
          <a:solidFill>
            <a:schemeClr val="bg2"/>
          </a:solidFill>
        </p:spPr>
        <p:txBody>
          <a:bodyPr lIns="251999" tIns="251999" rIns="251999" bIns="251999" numCol="1" spcCol="252000"/>
          <a:lstStyle>
            <a:lvl1pPr marL="171450" indent="-171450">
              <a:buFont typeface="System Font Regular"/>
              <a:buChar char="-"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000" spc="-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10pt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3408068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accent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Slides without accent bar at top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8218085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o title (line and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816636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97F195D-1D75-7971-7AE4-F2EDDB4FE0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9144000" cy="971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66022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7BF0C12-4EFA-AA48-3CFD-E595F2CE757D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74740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 - Sandstone backgrou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accent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Title only – Sandstone background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133056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 - Light Grey background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369332"/>
          </a:xfrm>
        </p:spPr>
        <p:txBody>
          <a:bodyPr lIns="0" tIns="0" rIns="0" bIns="0"/>
          <a:lstStyle>
            <a:lvl1pPr>
              <a:defRPr sz="2400" b="0" i="0">
                <a:solidFill>
                  <a:schemeClr val="accent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Title only – light grey background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07166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, small body copy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text 2">
            <a:extLst>
              <a:ext uri="{FF2B5EF4-FFF2-40B4-BE49-F238E27FC236}">
                <a16:creationId xmlns:a16="http://schemas.microsoft.com/office/drawing/2014/main" id="{4750A85D-7EC4-4F3C-A957-3387FB721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6673850" cy="2781300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171450" indent="-171450">
              <a:buFont typeface="System Font Regular"/>
              <a:buChar char="-"/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  <a:lvl2pPr marL="628650" indent="-171450">
              <a:buFont typeface="System Font Regular"/>
              <a:buChar char="-"/>
              <a:defRPr sz="1000"/>
            </a:lvl2pPr>
          </a:lstStyle>
          <a:p>
            <a:r>
              <a:rPr lang="en-AU"/>
              <a:t>Click to add text</a:t>
            </a: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F8334D-F6CE-6F26-F021-0B9D57834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01622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, small body copy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2 column text box</a:t>
            </a:r>
            <a:br>
              <a:rPr lang="en-US"/>
            </a:br>
            <a:r>
              <a:rPr lang="en-US"/>
              <a:t>Small body copy</a:t>
            </a:r>
            <a:endParaRPr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8B76861-0B8E-1907-DDCC-D9BE0F72992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6673850" cy="2781300"/>
          </a:xfrm>
          <a:prstGeom prst="rect">
            <a:avLst/>
          </a:prstGeom>
        </p:spPr>
        <p:txBody>
          <a:bodyPr lIns="0" tIns="0" rIns="0" bIns="0" numCol="2" spcCol="252000"/>
          <a:lstStyle>
            <a:lvl1pPr marL="171450" indent="-171450">
              <a:buFont typeface="System Font Regular"/>
              <a:buChar char="-"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 marL="628650" indent="-171450">
              <a:buFont typeface="System Font Regular"/>
              <a:buChar char="-"/>
              <a:defRPr sz="1000"/>
            </a:lvl2pPr>
          </a:lstStyle>
          <a:p>
            <a:r>
              <a:rPr lang="en-AU"/>
              <a:t>Click to add text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1029681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, small body copy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691CD0B-A249-E00E-D26B-FCB09FEB612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6673850" cy="2781300"/>
          </a:xfrm>
          <a:prstGeom prst="rect">
            <a:avLst/>
          </a:prstGeom>
        </p:spPr>
        <p:txBody>
          <a:bodyPr lIns="0" tIns="0" rIns="0" bIns="0" numCol="3" spcCol="252000"/>
          <a:lstStyle>
            <a:lvl1pPr marL="171450" indent="-171450">
              <a:buFont typeface="System Font Regular"/>
              <a:buChar char="-"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 marL="628650" indent="-171450">
              <a:buFont typeface="System Font Regular"/>
              <a:buChar char="-"/>
              <a:defRPr sz="1000"/>
            </a:lvl2pPr>
          </a:lstStyle>
          <a:p>
            <a:r>
              <a:rPr lang="en-AU"/>
              <a:t>Text Placeholder 2</a:t>
            </a: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60A890-DBCE-9D0B-FC1E-1FBC364068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3 column text box</a:t>
            </a:r>
            <a:br>
              <a:rPr lang="en-US"/>
            </a:br>
            <a:r>
              <a:rPr lang="en-US"/>
              <a:t>Small body copy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6946371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, medium body copy 13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025C77E-CD2E-BA7A-975E-54EF9CC46D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1188" y="1809750"/>
            <a:ext cx="6684962" cy="27559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26E6E4-89B8-DE75-7430-4DB49BAA2C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1 column text box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6533467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, medium body copy 13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AE129D5-BC83-5BC6-7696-A62ABBA706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1188" y="1809750"/>
            <a:ext cx="3224212" cy="27559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EE874E2-82AB-542D-E56B-2FB8466A88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30969" y="1809750"/>
            <a:ext cx="3224212" cy="27559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18EBB7-A22D-DEA0-3883-7D6A226ED3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2 column text box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3904323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, medium body copy 13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89C3E4A-3CEE-6A06-BFB0-526F77478D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1188" y="1814829"/>
            <a:ext cx="1954832" cy="27559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DFC8A7E-2401-E620-E338-5D28D25068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50315" y="1814829"/>
            <a:ext cx="1954832" cy="27559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104634B-900F-6E88-EAFF-FBF5C77F1AE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44627" y="1814829"/>
            <a:ext cx="1954832" cy="27559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E5C447-82BB-3065-F7F8-2993FACA60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3 column text box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036842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, large body copy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025C77E-CD2E-BA7A-975E-54EF9CC46D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1188" y="1809750"/>
            <a:ext cx="6684962" cy="27559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3A7D94-FC97-9D5C-C395-284A560F5C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1 column text box</a:t>
            </a:r>
            <a:br>
              <a:rPr lang="en-US"/>
            </a:br>
            <a:r>
              <a:rPr lang="en-US"/>
              <a:t>Large body copy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8403316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7CDED4A-4823-EF24-3881-13F93D52660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881188" y="1802292"/>
            <a:ext cx="6684962" cy="276335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>
              <a:buFont typeface="System Font Regular"/>
              <a:buNone/>
              <a:defRPr sz="1000"/>
            </a:lvl1pPr>
            <a:lvl2pPr>
              <a:defRPr sz="1000"/>
            </a:lvl2pPr>
          </a:lstStyle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System Font Regular"/>
              <a:buChar char="-"/>
              <a:tabLst/>
              <a:defRPr/>
            </a:pPr>
            <a:r>
              <a:rPr lang="en-AU"/>
              <a:t>Click to add text or click on icon </a:t>
            </a:r>
            <a:br>
              <a:rPr lang="en-AU"/>
            </a:br>
            <a:r>
              <a:rPr lang="en-AU"/>
              <a:t>below to add object’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072B83BE-F949-7430-0580-E28A8377541C}"/>
              </a:ext>
            </a:extLst>
          </p:cNvPr>
          <p:cNvSpPr txBox="1"/>
          <p:nvPr userDrawn="1"/>
        </p:nvSpPr>
        <p:spPr>
          <a:xfrm>
            <a:off x="568325" y="4725643"/>
            <a:ext cx="942975" cy="11811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The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University</a:t>
            </a:r>
            <a:r>
              <a:rPr sz="650" spc="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of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Sydney</a:t>
            </a:r>
            <a:endParaRPr sz="650">
              <a:latin typeface="Arial"/>
              <a:cs typeface="Arial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3A8BAD8-45B3-FA80-A6FD-062B923B62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369332"/>
          </a:xfrm>
        </p:spPr>
        <p:txBody>
          <a:bodyPr lIns="0" tIns="0" rIns="0" bIns="0"/>
          <a:lstStyle>
            <a:lvl1pPr>
              <a:defRPr sz="2400" b="0" i="0">
                <a:solidFill>
                  <a:schemeClr val="accent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Title and 1 object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4235119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sz="half" idx="2" hasCustomPrompt="1"/>
          </p:nvPr>
        </p:nvSpPr>
        <p:spPr>
          <a:xfrm>
            <a:off x="1881188" y="1802292"/>
            <a:ext cx="3148012" cy="276335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>
              <a:buFont typeface="System Font Regular"/>
              <a:buNone/>
              <a:defRPr sz="1000"/>
            </a:lvl1pPr>
            <a:lvl2pPr>
              <a:defRPr sz="1000"/>
            </a:lvl2pPr>
          </a:lstStyle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System Font Regular"/>
              <a:buChar char="-"/>
              <a:tabLst/>
              <a:defRPr/>
            </a:pPr>
            <a:r>
              <a:rPr lang="en-AU"/>
              <a:t>Click to add text or click on icon </a:t>
            </a:r>
            <a:br>
              <a:rPr lang="en-AU"/>
            </a:br>
            <a:r>
              <a:rPr lang="en-AU"/>
              <a:t>below to add object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CF546AC-A09B-3B79-BF41-C9B5E391B8D5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5418138" y="1802292"/>
            <a:ext cx="3148012" cy="276335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>
              <a:buFont typeface="System Font Regular"/>
              <a:buNone/>
              <a:defRPr sz="1000"/>
            </a:lvl1pPr>
            <a:lvl2pPr>
              <a:defRPr sz="1000"/>
            </a:lvl2pPr>
          </a:lstStyle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System Font Regular"/>
              <a:buChar char="-"/>
              <a:tabLst/>
              <a:defRPr/>
            </a:pPr>
            <a:r>
              <a:rPr lang="en-AU"/>
              <a:t>Click to add text or click on icon </a:t>
            </a:r>
            <a:br>
              <a:rPr lang="en-AU"/>
            </a:br>
            <a:r>
              <a:rPr lang="en-AU"/>
              <a:t>below to add object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93909B7-37E7-FB1F-A3FB-7C585D474988}"/>
              </a:ext>
            </a:extLst>
          </p:cNvPr>
          <p:cNvSpPr txBox="1"/>
          <p:nvPr userDrawn="1"/>
        </p:nvSpPr>
        <p:spPr>
          <a:xfrm>
            <a:off x="568325" y="4725643"/>
            <a:ext cx="942975" cy="11811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The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University</a:t>
            </a:r>
            <a:r>
              <a:rPr sz="650" spc="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of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Sydney</a:t>
            </a:r>
            <a:endParaRPr sz="650">
              <a:latin typeface="Arial"/>
              <a:cs typeface="Arial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98B64C5-69D6-29E7-DC8C-3D7E36B92D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369332"/>
          </a:xfrm>
        </p:spPr>
        <p:txBody>
          <a:bodyPr lIns="0" tIns="0" rIns="0" bIns="0"/>
          <a:lstStyle>
            <a:lvl1pPr>
              <a:defRPr sz="2400" b="0" i="0">
                <a:solidFill>
                  <a:schemeClr val="accent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Title and 2 objects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104491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+ image, small body copy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0FAA322-1959-4F66-2CF0-5AB1E42AA9C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4356100" cy="27813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stem Font Regular"/>
              <a:buChar char="-"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>
              <a:buFont typeface="System Font Regular"/>
              <a:buChar char="-"/>
              <a:defRPr sz="1000"/>
            </a:lvl2pPr>
          </a:lstStyle>
          <a:p>
            <a:r>
              <a:rPr lang="en-AU"/>
              <a:t>Click to add text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130F62FA-786C-07E8-C52D-1D109342ADA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495810" y="0"/>
            <a:ext cx="264819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DFF1E3-1C14-C1DF-E876-81BE15B66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567055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Title, text box and image</a:t>
            </a:r>
            <a:br>
              <a:rPr lang="en-US"/>
            </a:br>
            <a:r>
              <a:rPr lang="en-US"/>
              <a:t>Small body copy</a:t>
            </a:r>
          </a:p>
        </p:txBody>
      </p:sp>
    </p:spTree>
    <p:extLst>
      <p:ext uri="{BB962C8B-B14F-4D97-AF65-F5344CB8AC3E}">
        <p14:creationId xmlns:p14="http://schemas.microsoft.com/office/powerpoint/2010/main" val="109946551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+ image, medium body copy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0FAA322-1959-4F66-2CF0-5AB1E42AA9C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4356100" cy="27813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stem Font Regular"/>
              <a:buChar char="-"/>
              <a:defRPr sz="13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>
              <a:buFont typeface="System Font Regular"/>
              <a:buChar char="-"/>
              <a:defRPr sz="1000"/>
            </a:lvl2pPr>
          </a:lstStyle>
          <a:p>
            <a:r>
              <a:rPr lang="en-AU"/>
              <a:t>Click to add text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130F62FA-786C-07E8-C52D-1D109342ADA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495810" y="0"/>
            <a:ext cx="264819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6EEB19-4E3F-B145-7FD5-34ED6F6068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567055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Title, text box and image</a:t>
            </a:r>
            <a:br>
              <a:rPr lang="en-US"/>
            </a:br>
            <a:r>
              <a:rPr lang="en-US"/>
              <a:t>Medium body copy</a:t>
            </a:r>
          </a:p>
        </p:txBody>
      </p:sp>
    </p:spTree>
    <p:extLst>
      <p:ext uri="{BB962C8B-B14F-4D97-AF65-F5344CB8AC3E}">
        <p14:creationId xmlns:p14="http://schemas.microsoft.com/office/powerpoint/2010/main" val="921839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+ image, large body copy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older 2">
            <a:extLst>
              <a:ext uri="{FF2B5EF4-FFF2-40B4-BE49-F238E27FC236}">
                <a16:creationId xmlns:a16="http://schemas.microsoft.com/office/drawing/2014/main" id="{B0FAA322-1959-4F66-2CF0-5AB1E42AA9C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4356100" cy="27813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stem Font Regular"/>
              <a:buChar char="-"/>
              <a:defRPr sz="18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>
              <a:buFont typeface="System Font Regular"/>
              <a:buChar char="-"/>
              <a:defRPr sz="1000"/>
            </a:lvl2pPr>
          </a:lstStyle>
          <a:p>
            <a:r>
              <a:rPr lang="en-AU"/>
              <a:t>Click to add text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130F62FA-786C-07E8-C52D-1D109342ADA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495810" y="0"/>
            <a:ext cx="264819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FA3C1-A213-1628-DCF0-0721D03336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567055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Title, text box and image</a:t>
            </a:r>
            <a:br>
              <a:rPr lang="en-US"/>
            </a:br>
            <a:r>
              <a:rPr lang="en-US"/>
              <a:t>Large body copy</a:t>
            </a:r>
          </a:p>
        </p:txBody>
      </p:sp>
    </p:spTree>
    <p:extLst>
      <p:ext uri="{BB962C8B-B14F-4D97-AF65-F5344CB8AC3E}">
        <p14:creationId xmlns:p14="http://schemas.microsoft.com/office/powerpoint/2010/main" val="161197986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5339949" y="518918"/>
            <a:ext cx="3055938" cy="1107996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1</a:t>
            </a:r>
            <a:br>
              <a:rPr lang="en-AU"/>
            </a:br>
            <a:r>
              <a:rPr lang="en-US"/>
              <a:t>Title, text box and image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3E7C6475-9E09-2C25-60AA-C01FFE5493A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4571999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690FE27-A077-176C-683F-060F8B919B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39948" y="1885950"/>
            <a:ext cx="3055937" cy="20701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52773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1500" y="763150"/>
            <a:ext cx="3055938" cy="1107996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2</a:t>
            </a:r>
            <a:br>
              <a:rPr lang="en-AU"/>
            </a:br>
            <a:r>
              <a:rPr lang="en-US"/>
              <a:t>Title, text box and image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63C846B-3BBC-0A9B-343F-8DA8440D4F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1501" y="2130182"/>
            <a:ext cx="3055937" cy="20701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9223EA41-0E53-E4BC-82D3-F2D428AADB0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62082" y="0"/>
            <a:ext cx="4581917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31226183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06AF4810-CD2A-169B-7819-02D6EDE18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677" y="0"/>
            <a:ext cx="4562082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: 1"/>
          <p:cNvSpPr>
            <a:spLocks noGrp="1"/>
          </p:cNvSpPr>
          <p:nvPr>
            <p:ph type="title" hasCustomPrompt="1"/>
          </p:nvPr>
        </p:nvSpPr>
        <p:spPr>
          <a:xfrm>
            <a:off x="571500" y="763150"/>
            <a:ext cx="3055938" cy="1107996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3</a:t>
            </a:r>
            <a:br>
              <a:rPr lang="en-AU"/>
            </a:br>
            <a:r>
              <a:rPr lang="en-US"/>
              <a:t>Title, text box and image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A9B2E54-042A-B95A-337E-B5C4C9A5CC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1500" y="2130182"/>
            <a:ext cx="3055937" cy="20701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BF473830-12BA-DF64-1A9E-1CAE3632CA0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62082" y="0"/>
            <a:ext cx="4581918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61485565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0">
            <a:extLst>
              <a:ext uri="{FF2B5EF4-FFF2-40B4-BE49-F238E27FC236}">
                <a16:creationId xmlns:a16="http://schemas.microsoft.com/office/drawing/2014/main" id="{CA7413FA-6408-3254-1779-682CAAAE9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71500" y="590550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91440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E6462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angle 0">
            <a:extLst>
              <a:ext uri="{FF2B5EF4-FFF2-40B4-BE49-F238E27FC236}">
                <a16:creationId xmlns:a16="http://schemas.microsoft.com/office/drawing/2014/main" id="{D01AF305-2512-8B00-F76B-C57D23274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562082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: 1"/>
          <p:cNvSpPr>
            <a:spLocks noGrp="1"/>
          </p:cNvSpPr>
          <p:nvPr>
            <p:ph type="title" hasCustomPrompt="1"/>
          </p:nvPr>
        </p:nvSpPr>
        <p:spPr>
          <a:xfrm>
            <a:off x="571500" y="779025"/>
            <a:ext cx="3055938" cy="1107996"/>
          </a:xfrm>
        </p:spPr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4</a:t>
            </a:r>
            <a:br>
              <a:rPr lang="en-AU"/>
            </a:br>
            <a:r>
              <a:rPr lang="en-US"/>
              <a:t>Title, text box and image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A1A2B76-7231-1188-47F7-90C1CBB052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1501" y="2146057"/>
            <a:ext cx="3055937" cy="20701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bg1"/>
              </a:buClr>
              <a:buFont typeface="System Font Regular"/>
              <a:buChar char="-"/>
              <a:defRPr sz="1300">
                <a:solidFill>
                  <a:schemeClr val="bg1"/>
                </a:solidFill>
              </a:defRPr>
            </a:lvl1pPr>
            <a:lvl2pPr marL="628650" indent="-171450">
              <a:buClr>
                <a:schemeClr val="bg1"/>
              </a:buClr>
              <a:buFont typeface="System Font Regular"/>
              <a:buChar char="-"/>
              <a:defRPr sz="1300">
                <a:solidFill>
                  <a:schemeClr val="bg1"/>
                </a:solidFill>
              </a:defRPr>
            </a:lvl2pPr>
            <a:lvl3pPr marL="1085850" indent="-171450">
              <a:buClr>
                <a:schemeClr val="bg1"/>
              </a:buClr>
              <a:buFont typeface="System Font Regular"/>
              <a:buChar char="-"/>
              <a:defRPr sz="1300">
                <a:solidFill>
                  <a:schemeClr val="bg1"/>
                </a:solidFill>
              </a:defRPr>
            </a:lvl3pPr>
            <a:lvl4pPr marL="1543050" indent="-171450">
              <a:buClr>
                <a:schemeClr val="bg1"/>
              </a:buClr>
              <a:buFont typeface="System Font Regular"/>
              <a:buChar char="-"/>
              <a:defRPr sz="1300">
                <a:solidFill>
                  <a:schemeClr val="bg1"/>
                </a:solidFill>
              </a:defRPr>
            </a:lvl4pPr>
            <a:lvl5pPr marL="2000250" indent="-171450">
              <a:buClr>
                <a:schemeClr val="bg1"/>
              </a:buClr>
              <a:buFont typeface="System Font Regular"/>
              <a:buChar char="-"/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E01BB514-CFB3-0A62-D442-0367254D28E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62082" y="0"/>
            <a:ext cx="4581918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223958561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08585A7-12B9-F7BC-085D-8B7FD93EC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82842" y="0"/>
            <a:ext cx="5261158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1500" y="779025"/>
            <a:ext cx="3055938" cy="1107996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5</a:t>
            </a:r>
            <a:br>
              <a:rPr lang="en-AU"/>
            </a:br>
            <a:r>
              <a:rPr lang="en-US"/>
              <a:t>Title, text box + images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6260F83-22E0-FB93-2602-46785993E9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071" y="2146057"/>
            <a:ext cx="3055937" cy="20701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FA3D8C20-B9F8-111A-7311-B7F42789D4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442651" y="577850"/>
            <a:ext cx="1996249" cy="19292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3" name="Picture Placeholder 4">
            <a:extLst>
              <a:ext uri="{FF2B5EF4-FFF2-40B4-BE49-F238E27FC236}">
                <a16:creationId xmlns:a16="http://schemas.microsoft.com/office/drawing/2014/main" id="{E67DE4A2-A084-6CFF-A647-B7F40F5B328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68993" y="577850"/>
            <a:ext cx="1996249" cy="19292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4" name="Picture Placeholder 5">
            <a:extLst>
              <a:ext uri="{FF2B5EF4-FFF2-40B4-BE49-F238E27FC236}">
                <a16:creationId xmlns:a16="http://schemas.microsoft.com/office/drawing/2014/main" id="{047206EB-D996-0FD4-E065-E9595D10C0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442651" y="2636387"/>
            <a:ext cx="1996249" cy="19292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5" name="Picture Placeholder 6">
            <a:extLst>
              <a:ext uri="{FF2B5EF4-FFF2-40B4-BE49-F238E27FC236}">
                <a16:creationId xmlns:a16="http://schemas.microsoft.com/office/drawing/2014/main" id="{1EDA01D0-B9B6-53CA-5A69-95C997DC2B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68993" y="2636387"/>
            <a:ext cx="1996249" cy="19292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426632046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s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FA3D8C20-B9F8-111A-7311-B7F42789D4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71500" y="1436723"/>
            <a:ext cx="2880000" cy="29612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3F9157D3-AB43-6EAD-7F21-F164319B311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574627" y="1434554"/>
            <a:ext cx="1998000" cy="14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4" name="Picture Placeholder 4">
            <a:extLst>
              <a:ext uri="{FF2B5EF4-FFF2-40B4-BE49-F238E27FC236}">
                <a16:creationId xmlns:a16="http://schemas.microsoft.com/office/drawing/2014/main" id="{047206EB-D996-0FD4-E065-E9595D10C0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574628" y="2957976"/>
            <a:ext cx="1996249" cy="14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79C8713-47DB-6665-EC36-148C9CB7B0C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86150" y="1436723"/>
            <a:ext cx="2880000" cy="29612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3" name="Text Placeholder 6"/>
          <p:cNvSpPr>
            <a:spLocks noGrp="1"/>
          </p:cNvSpPr>
          <p:nvPr>
            <p:ph type="body" idx="1"/>
          </p:nvPr>
        </p:nvSpPr>
        <p:spPr>
          <a:xfrm>
            <a:off x="571500" y="4476750"/>
            <a:ext cx="7994650" cy="218174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7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A660FC81-FDB2-6847-91E7-792B3F29E3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369332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6 – single line</a:t>
            </a:r>
          </a:p>
        </p:txBody>
      </p:sp>
    </p:spTree>
    <p:extLst>
      <p:ext uri="{BB962C8B-B14F-4D97-AF65-F5344CB8AC3E}">
        <p14:creationId xmlns:p14="http://schemas.microsoft.com/office/powerpoint/2010/main" val="213173142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bio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4BEE90D4-8B0A-FDDF-BF6B-72D8DFDC897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892173" y="1410798"/>
            <a:ext cx="1322070" cy="1219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744D6788-A0C0-B174-4895-15A2149AC77C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892173" y="2776903"/>
            <a:ext cx="1917700" cy="387734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1" i="0">
                <a:solidFill>
                  <a:schemeClr val="accent1"/>
                </a:solidFill>
                <a:latin typeface="+mn-lt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First Last 10pt Arial</a:t>
            </a:r>
          </a:p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Title goes here 10pt Times</a:t>
            </a:r>
            <a:endParaRPr/>
          </a:p>
        </p:txBody>
      </p:sp>
      <p:sp>
        <p:nvSpPr>
          <p:cNvPr id="3" name="Text Placeholder 4"/>
          <p:cNvSpPr>
            <a:spLocks noGrp="1"/>
          </p:cNvSpPr>
          <p:nvPr>
            <p:ph type="body" idx="1" hasCustomPrompt="1"/>
          </p:nvPr>
        </p:nvSpPr>
        <p:spPr>
          <a:xfrm>
            <a:off x="1892173" y="3365497"/>
            <a:ext cx="1917700" cy="1375162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000" spc="-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10pt</a:t>
            </a:r>
            <a:endParaRPr/>
          </a:p>
        </p:txBody>
      </p:sp>
      <p:sp>
        <p:nvSpPr>
          <p:cNvPr id="26" name="Picture Placeholder 5">
            <a:extLst>
              <a:ext uri="{FF2B5EF4-FFF2-40B4-BE49-F238E27FC236}">
                <a16:creationId xmlns:a16="http://schemas.microsoft.com/office/drawing/2014/main" id="{5F9DD4CC-F211-99E0-B144-C7DF316647C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205194" y="1410798"/>
            <a:ext cx="1322070" cy="1219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352B38CD-C9E2-6FCF-659C-51A52C84804C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05194" y="2776903"/>
            <a:ext cx="1917700" cy="387734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1" i="0">
                <a:solidFill>
                  <a:schemeClr val="accent1"/>
                </a:solidFill>
                <a:latin typeface="+mn-lt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First Last 10pt Arial</a:t>
            </a:r>
          </a:p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Title goes here 10pt Times</a:t>
            </a:r>
            <a:endParaRPr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7CE8A92-798F-6C5E-0F46-EC0B5684D23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205194" y="3365497"/>
            <a:ext cx="1917700" cy="1375162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000" spc="-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10pt</a:t>
            </a:r>
            <a:endParaRPr/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33A6F673-B304-E705-5E66-2DBDA1BA763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550856" y="1410798"/>
            <a:ext cx="1322070" cy="1219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E08F0228-3E66-E48B-74F0-3A18CDB08DAE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550856" y="2776903"/>
            <a:ext cx="1917700" cy="387734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1" i="0">
                <a:solidFill>
                  <a:schemeClr val="accent1"/>
                </a:solidFill>
                <a:latin typeface="+mn-lt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First Last 10pt Arial</a:t>
            </a:r>
          </a:p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Title goes here 10pt Times</a:t>
            </a:r>
            <a:endParaRPr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4BEEB3E0-898E-2BE3-26F4-15A3FF454115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550856" y="3365497"/>
            <a:ext cx="1917700" cy="1375162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000" spc="-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10pt</a:t>
            </a:r>
            <a:endParaRPr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8BE29F25-B1A6-E14D-D106-B0B1A8245D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369332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Speaker bios with image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02638201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bios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Holder 1">
            <a:extLst>
              <a:ext uri="{FF2B5EF4-FFF2-40B4-BE49-F238E27FC236}">
                <a16:creationId xmlns:a16="http://schemas.microsoft.com/office/drawing/2014/main" id="{01046116-FA83-47AD-17FA-94D776E8C805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1887052" y="1426364"/>
            <a:ext cx="2960856" cy="369098"/>
          </a:xfrm>
          <a:prstGeom prst="rect">
            <a:avLst/>
          </a:prstGeom>
          <a:solidFill>
            <a:schemeClr val="accent1"/>
          </a:solidFill>
        </p:spPr>
        <p:txBody>
          <a:bodyPr lIns="251999" tIns="72000" rIns="251999" bIns="72000" numCol="1" spcCol="252000" anchor="ctr" anchorCtr="0"/>
          <a:lstStyle>
            <a:lvl1pPr marL="0" indent="0">
              <a:buFontTx/>
              <a:buNone/>
              <a:defRPr sz="1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Heading 10pt</a:t>
            </a:r>
            <a:endParaRPr/>
          </a:p>
        </p:txBody>
      </p:sp>
      <p:sp>
        <p:nvSpPr>
          <p:cNvPr id="3" name="Holder 2"/>
          <p:cNvSpPr>
            <a:spLocks noGrp="1"/>
          </p:cNvSpPr>
          <p:nvPr>
            <p:ph type="body" idx="1" hasCustomPrompt="1"/>
          </p:nvPr>
        </p:nvSpPr>
        <p:spPr>
          <a:xfrm>
            <a:off x="1887052" y="1795462"/>
            <a:ext cx="2960856" cy="2770187"/>
          </a:xfrm>
          <a:prstGeom prst="rect">
            <a:avLst/>
          </a:prstGeom>
          <a:solidFill>
            <a:schemeClr val="bg2"/>
          </a:solidFill>
        </p:spPr>
        <p:txBody>
          <a:bodyPr lIns="251999" tIns="251999" rIns="251999" bIns="251999" numCol="1" spcCol="252000"/>
          <a:lstStyle>
            <a:lvl1pPr marL="171450" indent="-171450">
              <a:buFont typeface="System Font Regular"/>
              <a:buChar char="-"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000" spc="-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10pt</a:t>
            </a:r>
          </a:p>
          <a:p>
            <a:endParaRPr lang="en-AU"/>
          </a:p>
        </p:txBody>
      </p:sp>
      <p:sp>
        <p:nvSpPr>
          <p:cNvPr id="15" name="Holder 3">
            <a:extLst>
              <a:ext uri="{FF2B5EF4-FFF2-40B4-BE49-F238E27FC236}">
                <a16:creationId xmlns:a16="http://schemas.microsoft.com/office/drawing/2014/main" id="{2593A6BD-50DF-0434-8D9C-6C5105B3794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5212958" y="1426364"/>
            <a:ext cx="2960856" cy="369098"/>
          </a:xfrm>
          <a:prstGeom prst="rect">
            <a:avLst/>
          </a:prstGeom>
          <a:solidFill>
            <a:schemeClr val="accent1"/>
          </a:solidFill>
        </p:spPr>
        <p:txBody>
          <a:bodyPr lIns="251999" tIns="72000" rIns="251999" bIns="72000" numCol="1" spcCol="252000" anchor="ctr" anchorCtr="0"/>
          <a:lstStyle>
            <a:lvl1pPr marL="0" indent="0">
              <a:buFontTx/>
              <a:buNone/>
              <a:defRPr sz="1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Heading 10pt</a:t>
            </a:r>
            <a:endParaRPr/>
          </a:p>
        </p:txBody>
      </p:sp>
      <p:sp>
        <p:nvSpPr>
          <p:cNvPr id="13" name="Holder 4">
            <a:extLst>
              <a:ext uri="{FF2B5EF4-FFF2-40B4-BE49-F238E27FC236}">
                <a16:creationId xmlns:a16="http://schemas.microsoft.com/office/drawing/2014/main" id="{980934C0-12AC-D7ED-F525-AC922980850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5212958" y="1795462"/>
            <a:ext cx="2960856" cy="2770187"/>
          </a:xfrm>
          <a:prstGeom prst="rect">
            <a:avLst/>
          </a:prstGeom>
          <a:solidFill>
            <a:schemeClr val="bg2"/>
          </a:solidFill>
        </p:spPr>
        <p:txBody>
          <a:bodyPr lIns="251999" tIns="251999" rIns="251999" bIns="251999" numCol="1" spcCol="252000"/>
          <a:lstStyle>
            <a:lvl1pPr marL="171450" indent="-171450">
              <a:buFont typeface="System Font Regular"/>
              <a:buChar char="-"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000" spc="-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10pt</a:t>
            </a:r>
            <a:endParaRPr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A75C487F-806F-DF0A-C957-59A18F20F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369332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Speaker bios no image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8590425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and text 1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">
            <a:extLst>
              <a:ext uri="{FF2B5EF4-FFF2-40B4-BE49-F238E27FC236}">
                <a16:creationId xmlns:a16="http://schemas.microsoft.com/office/drawing/2014/main" id="{A0A86295-3799-4055-1C7A-59CAA363CB1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26406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31B0B21C-FA2D-826B-7943-A68F827AB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3226724" y="3022746"/>
            <a:ext cx="45719" cy="1530203"/>
          </a:xfrm>
          <a:custGeom>
            <a:avLst/>
            <a:gdLst/>
            <a:ahLst/>
            <a:cxnLst/>
            <a:rect l="l" t="t" r="r" b="b"/>
            <a:pathLst>
              <a:path h="1219200">
                <a:moveTo>
                  <a:pt x="0" y="0"/>
                </a:moveTo>
                <a:lnTo>
                  <a:pt x="0" y="1219199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8E3BADCE-997C-7AED-BF38-6CE000F80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18199" y="3022746"/>
            <a:ext cx="45719" cy="1530203"/>
          </a:xfrm>
          <a:custGeom>
            <a:avLst/>
            <a:gdLst/>
            <a:ahLst/>
            <a:cxnLst/>
            <a:rect l="l" t="t" r="r" b="b"/>
            <a:pathLst>
              <a:path h="1219200">
                <a:moveTo>
                  <a:pt x="0" y="0"/>
                </a:moveTo>
                <a:lnTo>
                  <a:pt x="0" y="1219199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Holder 1">
            <a:extLst>
              <a:ext uri="{FF2B5EF4-FFF2-40B4-BE49-F238E27FC236}">
                <a16:creationId xmlns:a16="http://schemas.microsoft.com/office/drawing/2014/main" id="{A750FE79-0F06-BEC8-114A-CEEB0654F56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98676" y="3022747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accent2"/>
                </a:solidFill>
                <a:latin typeface="Arial"/>
                <a:cs typeface="Arial"/>
              </a:defRPr>
            </a:lvl1pPr>
          </a:lstStyle>
          <a:p>
            <a:r>
              <a:rPr lang="en-AU"/>
              <a:t>Click to add text 10pt</a:t>
            </a:r>
            <a:endParaRPr/>
          </a:p>
        </p:txBody>
      </p:sp>
      <p:sp>
        <p:nvSpPr>
          <p:cNvPr id="13" name="Holder 2">
            <a:extLst>
              <a:ext uri="{FF2B5EF4-FFF2-40B4-BE49-F238E27FC236}">
                <a16:creationId xmlns:a16="http://schemas.microsoft.com/office/drawing/2014/main" id="{816E88B2-2440-D778-EE70-7C9542EC020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3615997" y="3022747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accent2"/>
                </a:solidFill>
                <a:latin typeface="Arial"/>
                <a:cs typeface="Arial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tabLst/>
              <a:defRPr/>
            </a:pPr>
            <a:r>
              <a:rPr lang="en-AU"/>
              <a:t>Click to add text 10pt</a:t>
            </a:r>
          </a:p>
          <a:p>
            <a:endParaRPr/>
          </a:p>
        </p:txBody>
      </p:sp>
      <p:sp>
        <p:nvSpPr>
          <p:cNvPr id="14" name="Holder 3">
            <a:extLst>
              <a:ext uri="{FF2B5EF4-FFF2-40B4-BE49-F238E27FC236}">
                <a16:creationId xmlns:a16="http://schemas.microsoft.com/office/drawing/2014/main" id="{52D6ACAB-5609-38FC-D3ED-9C642272FE3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333318" y="3022747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accent2"/>
                </a:solidFill>
                <a:latin typeface="Arial"/>
                <a:cs typeface="Arial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tabLst/>
              <a:defRPr/>
            </a:pPr>
            <a:r>
              <a:rPr lang="en-AU"/>
              <a:t>Click to add text 10pt</a:t>
            </a:r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898605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18" Type="http://schemas.openxmlformats.org/officeDocument/2006/relationships/slideLayout" Target="../slideLayouts/slideLayout45.xml"/><Relationship Id="rId26" Type="http://schemas.openxmlformats.org/officeDocument/2006/relationships/slideLayout" Target="../slideLayouts/slideLayout53.xml"/><Relationship Id="rId3" Type="http://schemas.openxmlformats.org/officeDocument/2006/relationships/slideLayout" Target="../slideLayouts/slideLayout30.xml"/><Relationship Id="rId21" Type="http://schemas.openxmlformats.org/officeDocument/2006/relationships/slideLayout" Target="../slideLayouts/slideLayout48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17" Type="http://schemas.openxmlformats.org/officeDocument/2006/relationships/slideLayout" Target="../slideLayouts/slideLayout44.xml"/><Relationship Id="rId25" Type="http://schemas.openxmlformats.org/officeDocument/2006/relationships/slideLayout" Target="../slideLayouts/slideLayout52.xml"/><Relationship Id="rId2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43.xml"/><Relationship Id="rId20" Type="http://schemas.openxmlformats.org/officeDocument/2006/relationships/slideLayout" Target="../slideLayouts/slideLayout47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2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2.xml"/><Relationship Id="rId23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46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49.xml"/><Relationship Id="rId27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.xml"/><Relationship Id="rId13" Type="http://schemas.openxmlformats.org/officeDocument/2006/relationships/slideLayout" Target="../slideLayouts/slideLayout66.xml"/><Relationship Id="rId18" Type="http://schemas.openxmlformats.org/officeDocument/2006/relationships/slideLayout" Target="../slideLayouts/slideLayout71.xml"/><Relationship Id="rId26" Type="http://schemas.openxmlformats.org/officeDocument/2006/relationships/slideLayout" Target="../slideLayouts/slideLayout79.xml"/><Relationship Id="rId3" Type="http://schemas.openxmlformats.org/officeDocument/2006/relationships/slideLayout" Target="../slideLayouts/slideLayout56.xml"/><Relationship Id="rId21" Type="http://schemas.openxmlformats.org/officeDocument/2006/relationships/slideLayout" Target="../slideLayouts/slideLayout74.xml"/><Relationship Id="rId7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65.xml"/><Relationship Id="rId17" Type="http://schemas.openxmlformats.org/officeDocument/2006/relationships/slideLayout" Target="../slideLayouts/slideLayout70.xml"/><Relationship Id="rId25" Type="http://schemas.openxmlformats.org/officeDocument/2006/relationships/slideLayout" Target="../slideLayouts/slideLayout78.xml"/><Relationship Id="rId2" Type="http://schemas.openxmlformats.org/officeDocument/2006/relationships/slideLayout" Target="../slideLayouts/slideLayout55.xml"/><Relationship Id="rId16" Type="http://schemas.openxmlformats.org/officeDocument/2006/relationships/slideLayout" Target="../slideLayouts/slideLayout69.xml"/><Relationship Id="rId20" Type="http://schemas.openxmlformats.org/officeDocument/2006/relationships/slideLayout" Target="../slideLayouts/slideLayout73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4.xml"/><Relationship Id="rId24" Type="http://schemas.openxmlformats.org/officeDocument/2006/relationships/slideLayout" Target="../slideLayouts/slideLayout77.xml"/><Relationship Id="rId5" Type="http://schemas.openxmlformats.org/officeDocument/2006/relationships/slideLayout" Target="../slideLayouts/slideLayout58.xml"/><Relationship Id="rId15" Type="http://schemas.openxmlformats.org/officeDocument/2006/relationships/slideLayout" Target="../slideLayouts/slideLayout68.xml"/><Relationship Id="rId23" Type="http://schemas.openxmlformats.org/officeDocument/2006/relationships/slideLayout" Target="../slideLayouts/slideLayout76.xml"/><Relationship Id="rId28" Type="http://schemas.openxmlformats.org/officeDocument/2006/relationships/theme" Target="../theme/theme6.xml"/><Relationship Id="rId10" Type="http://schemas.openxmlformats.org/officeDocument/2006/relationships/slideLayout" Target="../slideLayouts/slideLayout63.xml"/><Relationship Id="rId19" Type="http://schemas.openxmlformats.org/officeDocument/2006/relationships/slideLayout" Target="../slideLayouts/slideLayout72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Relationship Id="rId14" Type="http://schemas.openxmlformats.org/officeDocument/2006/relationships/slideLayout" Target="../slideLayouts/slideLayout67.xml"/><Relationship Id="rId22" Type="http://schemas.openxmlformats.org/officeDocument/2006/relationships/slideLayout" Target="../slideLayouts/slideLayout75.xml"/><Relationship Id="rId27" Type="http://schemas.openxmlformats.org/officeDocument/2006/relationships/slideLayout" Target="../slideLayouts/slideLayout8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3824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5" r:id="rId2"/>
    <p:sldLayoutId id="2147483707" r:id="rId3"/>
    <p:sldLayoutId id="2147483745" r:id="rId4"/>
    <p:sldLayoutId id="2147483746" r:id="rId5"/>
    <p:sldLayoutId id="2147483747" r:id="rId6"/>
  </p:sldLayoutIdLst>
  <p:txStyles>
    <p:titleStyle>
      <a:lvl1pPr>
        <a:defRPr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71450">
        <a:buClr>
          <a:schemeClr val="tx2"/>
        </a:buClr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1pPr>
      <a:lvl2pPr marL="4572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2pPr>
      <a:lvl3pPr marL="9144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3pPr>
      <a:lvl4pPr marL="13716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4pPr>
      <a:lvl5pPr marL="18288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62" userDrawn="1">
          <p15:clr>
            <a:srgbClr val="A4A3A4"/>
          </p15:clr>
        </p15:guide>
        <p15:guide id="6" orient="horz" pos="1131" userDrawn="1">
          <p15:clr>
            <a:srgbClr val="A4A3A4"/>
          </p15:clr>
        </p15:guide>
        <p15:guide id="8" orient="horz" pos="2876" userDrawn="1">
          <p15:clr>
            <a:srgbClr val="A4A3A4"/>
          </p15:clr>
        </p15:guide>
        <p15:guide id="9" pos="360" userDrawn="1">
          <p15:clr>
            <a:srgbClr val="A4A3A4"/>
          </p15:clr>
        </p15:guide>
        <p15:guide id="10" pos="5396" userDrawn="1">
          <p15:clr>
            <a:srgbClr val="A4A3A4"/>
          </p15:clr>
        </p15:guide>
        <p15:guide id="11" pos="1185" userDrawn="1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6897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7" r:id="rId2"/>
    <p:sldLayoutId id="2147483718" r:id="rId3"/>
    <p:sldLayoutId id="2147483794" r:id="rId4"/>
    <p:sldLayoutId id="2147483795" r:id="rId5"/>
  </p:sldLayoutIdLst>
  <p:txStyles>
    <p:titleStyle>
      <a:lvl1pPr>
        <a:defRPr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71450">
        <a:buClr>
          <a:schemeClr val="tx2"/>
        </a:buClr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1pPr>
      <a:lvl2pPr marL="4572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2pPr>
      <a:lvl3pPr marL="9144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3pPr>
      <a:lvl4pPr marL="13716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4pPr>
      <a:lvl5pPr marL="18288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62" userDrawn="1">
          <p15:clr>
            <a:srgbClr val="A4A3A4"/>
          </p15:clr>
        </p15:guide>
        <p15:guide id="6" orient="horz" pos="1131" userDrawn="1">
          <p15:clr>
            <a:srgbClr val="A4A3A4"/>
          </p15:clr>
        </p15:guide>
        <p15:guide id="8" orient="horz" pos="2876" userDrawn="1">
          <p15:clr>
            <a:srgbClr val="A4A3A4"/>
          </p15:clr>
        </p15:guide>
        <p15:guide id="9" pos="360" userDrawn="1">
          <p15:clr>
            <a:srgbClr val="A4A3A4"/>
          </p15:clr>
        </p15:guide>
        <p15:guide id="10" pos="5396" userDrawn="1">
          <p15:clr>
            <a:srgbClr val="A4A3A4"/>
          </p15:clr>
        </p15:guide>
        <p15:guide id="11" pos="1185" userDrawn="1">
          <p15:clr>
            <a:srgbClr val="A4A3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4958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3" r:id="rId2"/>
    <p:sldLayoutId id="2147483724" r:id="rId3"/>
    <p:sldLayoutId id="2147483750" r:id="rId4"/>
    <p:sldLayoutId id="2147483749" r:id="rId5"/>
    <p:sldLayoutId id="2147483751" r:id="rId6"/>
  </p:sldLayoutIdLst>
  <p:txStyles>
    <p:titleStyle>
      <a:lvl1pPr>
        <a:defRPr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71450">
        <a:buClr>
          <a:schemeClr val="tx2"/>
        </a:buClr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1pPr>
      <a:lvl2pPr marL="4572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2pPr>
      <a:lvl3pPr marL="9144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3pPr>
      <a:lvl4pPr marL="13716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4pPr>
      <a:lvl5pPr marL="18288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62" userDrawn="1">
          <p15:clr>
            <a:srgbClr val="A4A3A4"/>
          </p15:clr>
        </p15:guide>
        <p15:guide id="6" orient="horz" pos="1131" userDrawn="1">
          <p15:clr>
            <a:srgbClr val="A4A3A4"/>
          </p15:clr>
        </p15:guide>
        <p15:guide id="8" orient="horz" pos="2876" userDrawn="1">
          <p15:clr>
            <a:srgbClr val="A4A3A4"/>
          </p15:clr>
        </p15:guide>
        <p15:guide id="9" pos="360" userDrawn="1">
          <p15:clr>
            <a:srgbClr val="A4A3A4"/>
          </p15:clr>
        </p15:guide>
        <p15:guide id="10" pos="5396" userDrawn="1">
          <p15:clr>
            <a:srgbClr val="A4A3A4"/>
          </p15:clr>
        </p15:guide>
        <p15:guide id="11" pos="1185" userDrawn="1">
          <p15:clr>
            <a:srgbClr val="A4A3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0692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33" r:id="rId2"/>
    <p:sldLayoutId id="2147483734" r:id="rId3"/>
    <p:sldLayoutId id="2147483735" r:id="rId4"/>
    <p:sldLayoutId id="2147483732" r:id="rId5"/>
    <p:sldLayoutId id="2147483727" r:id="rId6"/>
    <p:sldLayoutId id="2147483728" r:id="rId7"/>
    <p:sldLayoutId id="2147483736" r:id="rId8"/>
    <p:sldLayoutId id="2147483748" r:id="rId9"/>
    <p:sldLayoutId id="2147483738" r:id="rId10"/>
  </p:sldLayoutIdLst>
  <p:txStyles>
    <p:titleStyle>
      <a:lvl1pPr>
        <a:defRPr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71450">
        <a:buClr>
          <a:schemeClr val="tx2"/>
        </a:buClr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1pPr>
      <a:lvl2pPr marL="4572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2pPr>
      <a:lvl3pPr marL="9144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3pPr>
      <a:lvl4pPr marL="13716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4pPr>
      <a:lvl5pPr marL="18288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62" userDrawn="1">
          <p15:clr>
            <a:srgbClr val="A4A3A4"/>
          </p15:clr>
        </p15:guide>
        <p15:guide id="6" orient="horz" pos="1131" userDrawn="1">
          <p15:clr>
            <a:srgbClr val="A4A3A4"/>
          </p15:clr>
        </p15:guide>
        <p15:guide id="8" orient="horz" pos="2876" userDrawn="1">
          <p15:clr>
            <a:srgbClr val="A4A3A4"/>
          </p15:clr>
        </p15:guide>
        <p15:guide id="9" pos="360" userDrawn="1">
          <p15:clr>
            <a:srgbClr val="A4A3A4"/>
          </p15:clr>
        </p15:guide>
        <p15:guide id="10" pos="5396" userDrawn="1">
          <p15:clr>
            <a:srgbClr val="A4A3A4"/>
          </p15:clr>
        </p15:guide>
        <p15:guide id="11" pos="1185" userDrawn="1">
          <p15:clr>
            <a:srgbClr val="A4A3A4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514350"/>
            <a:ext cx="798830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E64626"/>
                </a:solidFill>
                <a:latin typeface="Times New Roman"/>
                <a:cs typeface="Times New Roman"/>
              </a:defRPr>
            </a:lvl1pPr>
          </a:lstStyle>
          <a:p>
            <a:r>
              <a:rPr lang="en-AU"/>
              <a:t>Click to add title</a:t>
            </a:r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body" idx="1"/>
          </p:nvPr>
        </p:nvSpPr>
        <p:spPr>
          <a:xfrm>
            <a:off x="1897466" y="1276350"/>
            <a:ext cx="6673850" cy="27622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pPr marL="171450" indent="-171450">
              <a:buClr>
                <a:schemeClr val="tx2"/>
              </a:buClr>
              <a:buFont typeface="System Font Regular"/>
              <a:buChar char="-"/>
            </a:pPr>
            <a:r>
              <a:rPr lang="en-GB" sz="1000">
                <a:solidFill>
                  <a:schemeClr val="tx2"/>
                </a:solidFill>
                <a:latin typeface="+mn-lt"/>
              </a:rPr>
              <a:t>Click to edit Master text styles</a:t>
            </a:r>
          </a:p>
          <a:p>
            <a:pPr marL="628650" lvl="1" indent="-171450">
              <a:buClr>
                <a:schemeClr val="tx2"/>
              </a:buClr>
              <a:buFont typeface="System Font Regular"/>
              <a:buChar char="-"/>
            </a:pPr>
            <a:r>
              <a:rPr lang="en-GB" sz="1000">
                <a:solidFill>
                  <a:schemeClr val="tx2"/>
                </a:solidFill>
                <a:latin typeface="+mn-lt"/>
              </a:rPr>
              <a:t>Second level</a:t>
            </a:r>
          </a:p>
          <a:p>
            <a:pPr marL="1085850" lvl="2" indent="-171450">
              <a:buClr>
                <a:schemeClr val="tx2"/>
              </a:buClr>
              <a:buFont typeface="System Font Regular"/>
              <a:buChar char="-"/>
            </a:pPr>
            <a:r>
              <a:rPr lang="en-GB" sz="1000">
                <a:solidFill>
                  <a:schemeClr val="tx2"/>
                </a:solidFill>
                <a:latin typeface="+mn-lt"/>
              </a:rPr>
              <a:t>Third level</a:t>
            </a:r>
          </a:p>
          <a:p>
            <a:pPr marL="1543050" lvl="3" indent="-171450">
              <a:buClr>
                <a:schemeClr val="tx2"/>
              </a:buClr>
              <a:buFont typeface="System Font Regular"/>
              <a:buChar char="-"/>
            </a:pPr>
            <a:r>
              <a:rPr lang="en-GB" sz="1000">
                <a:solidFill>
                  <a:schemeClr val="tx2"/>
                </a:solidFill>
                <a:latin typeface="+mn-lt"/>
              </a:rPr>
              <a:t>Fourth level</a:t>
            </a:r>
          </a:p>
          <a:p>
            <a:pPr marL="2000250" lvl="4" indent="-171450">
              <a:buClr>
                <a:schemeClr val="tx2"/>
              </a:buClr>
              <a:buFont typeface="System Font Regular"/>
              <a:buChar char="-"/>
            </a:pPr>
            <a:r>
              <a:rPr lang="en-GB" sz="1000">
                <a:solidFill>
                  <a:schemeClr val="tx2"/>
                </a:solidFill>
                <a:latin typeface="+mn-lt"/>
              </a:rPr>
              <a:t>Fifth level</a:t>
            </a:r>
            <a:endParaRPr lang="en-US" sz="1000">
              <a:solidFill>
                <a:schemeClr val="tx2"/>
              </a:solidFill>
              <a:latin typeface="+mn-lt"/>
            </a:endParaRPr>
          </a:p>
          <a:p>
            <a:endParaRPr/>
          </a:p>
        </p:txBody>
      </p:sp>
      <p:sp>
        <p:nvSpPr>
          <p:cNvPr id="12" name="Placeholder 3">
            <a:extLst>
              <a:ext uri="{FF2B5EF4-FFF2-40B4-BE49-F238E27FC236}">
                <a16:creationId xmlns:a16="http://schemas.microsoft.com/office/drawing/2014/main" id="{6C0811DA-1436-1C90-68E8-D6A920491400}"/>
              </a:ext>
            </a:extLst>
          </p:cNvPr>
          <p:cNvSpPr txBox="1"/>
          <p:nvPr userDrawn="1"/>
        </p:nvSpPr>
        <p:spPr>
          <a:xfrm>
            <a:off x="568325" y="4781550"/>
            <a:ext cx="942975" cy="11811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The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University</a:t>
            </a:r>
            <a:r>
              <a:rPr sz="650" spc="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of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Sydney</a:t>
            </a:r>
            <a:endParaRPr sz="650">
              <a:latin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741" r:id="rId3"/>
    <p:sldLayoutId id="2147483704" r:id="rId4"/>
    <p:sldLayoutId id="2147483680" r:id="rId5"/>
    <p:sldLayoutId id="2147483681" r:id="rId6"/>
    <p:sldLayoutId id="2147483662" r:id="rId7"/>
    <p:sldLayoutId id="2147483668" r:id="rId8"/>
    <p:sldLayoutId id="2147483669" r:id="rId9"/>
    <p:sldLayoutId id="2147483667" r:id="rId10"/>
    <p:sldLayoutId id="2147483670" r:id="rId11"/>
    <p:sldLayoutId id="2147483666" r:id="rId12"/>
    <p:sldLayoutId id="2147483744" r:id="rId13"/>
    <p:sldLayoutId id="2147483671" r:id="rId14"/>
    <p:sldLayoutId id="2147483663" r:id="rId15"/>
    <p:sldLayoutId id="2147483672" r:id="rId16"/>
    <p:sldLayoutId id="2147483742" r:id="rId17"/>
    <p:sldLayoutId id="2147483743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740" r:id="rId24"/>
    <p:sldLayoutId id="2147483678" r:id="rId25"/>
    <p:sldLayoutId id="2147483679" r:id="rId26"/>
  </p:sldLayoutIdLst>
  <p:txStyles>
    <p:titleStyle>
      <a:lvl1pPr>
        <a:defRPr>
          <a:solidFill>
            <a:schemeClr val="accent1"/>
          </a:solidFill>
          <a:latin typeface="Times" pitchFamily="2" charset="0"/>
          <a:ea typeface="+mj-ea"/>
          <a:cs typeface="+mj-cs"/>
        </a:defRPr>
      </a:lvl1pPr>
    </p:titleStyle>
    <p:bodyStyle>
      <a:lvl1pPr marL="171450" indent="-171450">
        <a:buClr>
          <a:schemeClr val="tx2"/>
        </a:buClr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457200"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914400"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cs typeface="+mn-cs"/>
        </a:defRPr>
      </a:lvl3pPr>
      <a:lvl4pPr marL="1371600"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cs typeface="+mn-cs"/>
        </a:defRPr>
      </a:lvl4pPr>
      <a:lvl5pPr marL="1828800"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62" userDrawn="1">
          <p15:clr>
            <a:srgbClr val="A4A3A4"/>
          </p15:clr>
        </p15:guide>
        <p15:guide id="6" orient="horz" pos="1131" userDrawn="1">
          <p15:clr>
            <a:srgbClr val="A4A3A4"/>
          </p15:clr>
        </p15:guide>
        <p15:guide id="8" orient="horz" pos="2876" userDrawn="1">
          <p15:clr>
            <a:srgbClr val="A4A3A4"/>
          </p15:clr>
        </p15:guide>
        <p15:guide id="9" pos="360" userDrawn="1">
          <p15:clr>
            <a:srgbClr val="A4A3A4"/>
          </p15:clr>
        </p15:guide>
        <p15:guide id="10" pos="5396" userDrawn="1">
          <p15:clr>
            <a:srgbClr val="A4A3A4"/>
          </p15:clr>
        </p15:guide>
        <p15:guide id="11" pos="1185" userDrawn="1">
          <p15:clr>
            <a:srgbClr val="A4A3A4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514350"/>
            <a:ext cx="798830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E64626"/>
                </a:solidFill>
                <a:latin typeface="Times New Roman"/>
                <a:cs typeface="Times New Roman"/>
              </a:defRPr>
            </a:lvl1pPr>
          </a:lstStyle>
          <a:p>
            <a:r>
              <a:rPr lang="en-AU"/>
              <a:t>Click to add title</a:t>
            </a:r>
            <a:endParaRPr/>
          </a:p>
        </p:txBody>
      </p:sp>
      <p:sp>
        <p:nvSpPr>
          <p:cNvPr id="12" name="Placeholder 3">
            <a:extLst>
              <a:ext uri="{FF2B5EF4-FFF2-40B4-BE49-F238E27FC236}">
                <a16:creationId xmlns:a16="http://schemas.microsoft.com/office/drawing/2014/main" id="{6C0811DA-1436-1C90-68E8-D6A920491400}"/>
              </a:ext>
            </a:extLst>
          </p:cNvPr>
          <p:cNvSpPr txBox="1"/>
          <p:nvPr userDrawn="1"/>
        </p:nvSpPr>
        <p:spPr>
          <a:xfrm>
            <a:off x="568325" y="4781550"/>
            <a:ext cx="942975" cy="11811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The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University</a:t>
            </a:r>
            <a:r>
              <a:rPr sz="650" spc="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of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Sydney</a:t>
            </a:r>
            <a:endParaRPr sz="6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0910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  <p:sldLayoutId id="2147483766" r:id="rId13"/>
    <p:sldLayoutId id="2147483767" r:id="rId14"/>
    <p:sldLayoutId id="2147483768" r:id="rId15"/>
    <p:sldLayoutId id="2147483769" r:id="rId16"/>
    <p:sldLayoutId id="2147483770" r:id="rId17"/>
    <p:sldLayoutId id="2147483771" r:id="rId18"/>
    <p:sldLayoutId id="2147483772" r:id="rId19"/>
    <p:sldLayoutId id="2147483773" r:id="rId20"/>
    <p:sldLayoutId id="2147483774" r:id="rId21"/>
    <p:sldLayoutId id="2147483775" r:id="rId22"/>
    <p:sldLayoutId id="2147483776" r:id="rId23"/>
    <p:sldLayoutId id="2147483777" r:id="rId24"/>
    <p:sldLayoutId id="2147483778" r:id="rId25"/>
    <p:sldLayoutId id="2147483779" r:id="rId26"/>
    <p:sldLayoutId id="2147483780" r:id="rId27"/>
  </p:sldLayoutIdLst>
  <p:txStyles>
    <p:titleStyle>
      <a:lvl1pPr>
        <a:defRPr>
          <a:solidFill>
            <a:schemeClr val="accent1"/>
          </a:solidFill>
          <a:latin typeface="Times" pitchFamily="2" charset="0"/>
          <a:ea typeface="+mj-ea"/>
          <a:cs typeface="+mj-cs"/>
        </a:defRPr>
      </a:lvl1pPr>
    </p:titleStyle>
    <p:bodyStyle>
      <a:lvl1pPr marL="171450" indent="-171450">
        <a:buClr>
          <a:schemeClr val="tx2"/>
        </a:buClr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1pPr>
      <a:lvl2pPr marL="4572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2pPr>
      <a:lvl3pPr marL="9144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3pPr>
      <a:lvl4pPr marL="13716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4pPr>
      <a:lvl5pPr marL="18288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62" userDrawn="1">
          <p15:clr>
            <a:srgbClr val="A4A3A4"/>
          </p15:clr>
        </p15:guide>
        <p15:guide id="6" orient="horz" pos="1131" userDrawn="1">
          <p15:clr>
            <a:srgbClr val="A4A3A4"/>
          </p15:clr>
        </p15:guide>
        <p15:guide id="8" orient="horz" pos="2876" userDrawn="1">
          <p15:clr>
            <a:srgbClr val="A4A3A4"/>
          </p15:clr>
        </p15:guide>
        <p15:guide id="9" pos="360" userDrawn="1">
          <p15:clr>
            <a:srgbClr val="A4A3A4"/>
          </p15:clr>
        </p15:guide>
        <p15:guide id="10" pos="5396" userDrawn="1">
          <p15:clr>
            <a:srgbClr val="A4A3A4"/>
          </p15:clr>
        </p15:guide>
        <p15:guide id="11" pos="1185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marylou.maher@sydney.edu.au" TargetMode="External"/><Relationship Id="rId2" Type="http://schemas.openxmlformats.org/officeDocument/2006/relationships/hyperlink" Target="mailto:tj.lim@sydney.edu.au" TargetMode="External"/><Relationship Id="rId1" Type="http://schemas.openxmlformats.org/officeDocument/2006/relationships/slideLayout" Target="../slideLayouts/slideLayout42.xml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virology.ws/2014/02/21/how-to-give-a-great-lecture/" TargetMode="Externa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0.xml"/><Relationship Id="rId4" Type="http://schemas.openxmlformats.org/officeDocument/2006/relationships/hyperlink" Target="https://creativecommons.org/licenses/by-nc-sa/3.0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kepticalscience.com/print.php?n=4067" TargetMode="Externa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0.xml"/><Relationship Id="rId4" Type="http://schemas.openxmlformats.org/officeDocument/2006/relationships/hyperlink" Target="https://creativecommons.org/licenses/by/3.0/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de/photo/685238" TargetMode="Externa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hyperlink" Target="claude://claude.ai/new" TargetMode="External"/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3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36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foto.wuestenigel.com/five-drones-in-the-sky-at-sunset-flip-2019/" TargetMode="External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1.xml"/><Relationship Id="rId4" Type="http://schemas.openxmlformats.org/officeDocument/2006/relationships/hyperlink" Target="https://creativecommons.org/licenses/by/3.0/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ctworks.org/4-digital-security-principles-2018-protect-cybersecurity-nightmare/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1.xml"/><Relationship Id="rId4" Type="http://schemas.openxmlformats.org/officeDocument/2006/relationships/hyperlink" Target="https://creativecommons.org/licenses/by-nc-sa/3.0/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pixnio.com/transportation-vehicles/cars-automobile/automobile-car-dashboard-driver-smartwatch-speedometer-steering-wheel" TargetMode="External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sli.do/event/tQrbCkdiYkbtHg2hXoN2ji" TargetMode="Externa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61A5E-3F6D-B8AD-32DD-0E588C69E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2400"/>
              <a:t>ENGG2112 Multi-Disciplinary 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194CC-04B5-F30B-AA42-82C9ABE4E0A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AU" dirty="0"/>
              <a:t>Semester 2, 2026</a:t>
            </a:r>
          </a:p>
          <a:p>
            <a:r>
              <a:rPr lang="en-AU" i="1" dirty="0"/>
              <a:t>Week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A7D558-828C-FEB1-CDFD-FEA7DF80149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8137" y="2787410"/>
            <a:ext cx="3502275" cy="661960"/>
          </a:xfrm>
        </p:spPr>
        <p:txBody>
          <a:bodyPr/>
          <a:lstStyle/>
          <a:p>
            <a:r>
              <a:rPr lang="en-AU" dirty="0"/>
              <a:t>Professor T. J. Lim</a:t>
            </a:r>
          </a:p>
          <a:p>
            <a:r>
              <a:rPr lang="en-AU" dirty="0"/>
              <a:t>Professor Mary Lou Maher</a:t>
            </a:r>
          </a:p>
        </p:txBody>
      </p:sp>
    </p:spTree>
    <p:extLst>
      <p:ext uri="{BB962C8B-B14F-4D97-AF65-F5344CB8AC3E}">
        <p14:creationId xmlns:p14="http://schemas.microsoft.com/office/powerpoint/2010/main" val="3114835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2BD8F26-105C-2046-75B9-A4724AD67F4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U"/>
              <a:t>Unit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AC2429-E342-6A3B-A9D2-2A84945F69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4966" y="1047749"/>
            <a:ext cx="8032750" cy="1312757"/>
          </a:xfrm>
        </p:spPr>
        <p:txBody>
          <a:bodyPr/>
          <a:lstStyle/>
          <a:p>
            <a:r>
              <a:rPr lang="en-AU"/>
              <a:t>Teaching staff, learning activities, assessments, learning objectives, etc.</a:t>
            </a:r>
          </a:p>
        </p:txBody>
      </p:sp>
    </p:spTree>
    <p:extLst>
      <p:ext uri="{BB962C8B-B14F-4D97-AF65-F5344CB8AC3E}">
        <p14:creationId xmlns:p14="http://schemas.microsoft.com/office/powerpoint/2010/main" val="1283543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EFE66-3DEF-A82C-AFD2-E62F9DC00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Unit Coordinators/Lecturers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196CE-AF73-205D-3263-3CB7EED7F7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8145" y="1294292"/>
            <a:ext cx="3225377" cy="1062828"/>
          </a:xfrm>
        </p:spPr>
        <p:txBody>
          <a:bodyPr/>
          <a:lstStyle/>
          <a:p>
            <a:r>
              <a:rPr lang="en-AU" sz="1800"/>
              <a:t>Prof. T. J. Lim</a:t>
            </a:r>
          </a:p>
          <a:p>
            <a:r>
              <a:rPr lang="en-AU" sz="1400">
                <a:hlinkClick r:id="rId2"/>
              </a:rPr>
              <a:t>tj.lim@sydney.edu.au</a:t>
            </a:r>
            <a:endParaRPr lang="en-AU" sz="1400"/>
          </a:p>
          <a:p>
            <a:r>
              <a:rPr lang="en-AU" sz="1400"/>
              <a:t>J12 Level 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49B343-6239-2F0E-471E-38C5A784CD6F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896591" y="1294292"/>
            <a:ext cx="2591864" cy="866401"/>
          </a:xfrm>
        </p:spPr>
        <p:txBody>
          <a:bodyPr/>
          <a:lstStyle/>
          <a:p>
            <a:r>
              <a:rPr lang="en-AU" sz="1800" dirty="0"/>
              <a:t>Prof. Mary Lou Maher</a:t>
            </a:r>
          </a:p>
          <a:p>
            <a:r>
              <a:rPr lang="en-AU" sz="1400" dirty="0">
                <a:hlinkClick r:id="rId3"/>
              </a:rPr>
              <a:t>marylou.maher@sydney.edu.au</a:t>
            </a:r>
            <a:endParaRPr lang="en-AU" sz="1400" dirty="0"/>
          </a:p>
          <a:p>
            <a:r>
              <a:rPr lang="en-AU" sz="1400" dirty="0"/>
              <a:t>J12 Level 4</a:t>
            </a:r>
          </a:p>
        </p:txBody>
      </p:sp>
      <p:pic>
        <p:nvPicPr>
          <p:cNvPr id="6" name="Picture 5" descr="A person in a suit and tie&#10;&#10;AI-generated content may be incorrect.">
            <a:extLst>
              <a:ext uri="{FF2B5EF4-FFF2-40B4-BE49-F238E27FC236}">
                <a16:creationId xmlns:a16="http://schemas.microsoft.com/office/drawing/2014/main" id="{3AEAC775-9B47-F28F-2526-0651CFC4C60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65" t="3868" r="28459" b="30955"/>
          <a:stretch>
            <a:fillRect/>
          </a:stretch>
        </p:blipFill>
        <p:spPr>
          <a:xfrm>
            <a:off x="808145" y="2197946"/>
            <a:ext cx="1807795" cy="18118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AE5FD9-CC80-817B-0BF8-DDCC72CCD8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6591" y="2197946"/>
            <a:ext cx="17145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486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D009B-2508-F0C7-67F2-8A579AA3F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Tutors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0E95DD-0FA4-5C14-CA97-427F972C17DD}"/>
              </a:ext>
            </a:extLst>
          </p:cNvPr>
          <p:cNvSpPr txBox="1"/>
          <p:nvPr/>
        </p:nvSpPr>
        <p:spPr>
          <a:xfrm>
            <a:off x="637953" y="1091609"/>
            <a:ext cx="750658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Dr Ahsan Rizvi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Dr Elyas </a:t>
            </a:r>
            <a:r>
              <a:rPr lang="en-AU" dirty="0" err="1"/>
              <a:t>Shamsabadi</a:t>
            </a: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Ms Clarissa Miranda Pena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Mr Chenyu Xu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Mr Colin Zuhlke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Mr Jasper Wang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Mr </a:t>
            </a:r>
            <a:r>
              <a:rPr lang="en-AU" dirty="0" err="1"/>
              <a:t>Jianheng</a:t>
            </a:r>
            <a:r>
              <a:rPr lang="en-AU" dirty="0"/>
              <a:t> 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Mr Pratul Singh Raghava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Mr Yunfeng Zhu</a:t>
            </a:r>
          </a:p>
        </p:txBody>
      </p:sp>
    </p:spTree>
    <p:extLst>
      <p:ext uri="{BB962C8B-B14F-4D97-AF65-F5344CB8AC3E}">
        <p14:creationId xmlns:p14="http://schemas.microsoft.com/office/powerpoint/2010/main" val="333553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45217E2-9FC3-71E9-FEC6-43E239AA5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4973" y="1417938"/>
            <a:ext cx="5383427" cy="3166761"/>
          </a:xfrm>
        </p:spPr>
        <p:txBody>
          <a:bodyPr/>
          <a:lstStyle/>
          <a:p>
            <a:r>
              <a:rPr lang="en-AU" sz="1600" b="1" dirty="0"/>
              <a:t>Lectures</a:t>
            </a:r>
            <a:r>
              <a:rPr lang="en-AU" sz="1600" dirty="0"/>
              <a:t> on Mondays, 4.00 to 6.00pm, F11 Chemistry </a:t>
            </a:r>
            <a:r>
              <a:rPr lang="en-AU" sz="1600" dirty="0" err="1"/>
              <a:t>Bldg</a:t>
            </a:r>
            <a:r>
              <a:rPr lang="en-AU" sz="1600" dirty="0"/>
              <a:t>, LT1</a:t>
            </a:r>
          </a:p>
          <a:p>
            <a:r>
              <a:rPr lang="en-AU" sz="1600" b="1" dirty="0"/>
              <a:t>Tutorials</a:t>
            </a:r>
            <a:r>
              <a:rPr lang="en-AU" sz="1600" dirty="0"/>
              <a:t> in 11 groups:</a:t>
            </a:r>
          </a:p>
          <a:p>
            <a:pPr lvl="1"/>
            <a:r>
              <a:rPr lang="en-AU" sz="1400" dirty="0"/>
              <a:t>Group 1: Wed 9.00 to 11.00am, Merewether 158</a:t>
            </a:r>
          </a:p>
          <a:p>
            <a:pPr lvl="1"/>
            <a:r>
              <a:rPr lang="en-AU" sz="1400" dirty="0"/>
              <a:t>Group 2: Thu 3.00 to 5.00pm, </a:t>
            </a:r>
            <a:r>
              <a:rPr lang="en-AU" sz="1400" dirty="0" err="1"/>
              <a:t>Carslaw</a:t>
            </a:r>
            <a:r>
              <a:rPr lang="en-AU" sz="1400" dirty="0"/>
              <a:t> 351</a:t>
            </a:r>
          </a:p>
          <a:p>
            <a:pPr lvl="1"/>
            <a:r>
              <a:rPr lang="en-AU" sz="1400" dirty="0"/>
              <a:t>Group 3: Thu 5.00 to 7.00pm, Civil 304</a:t>
            </a:r>
          </a:p>
          <a:p>
            <a:pPr lvl="1"/>
            <a:r>
              <a:rPr lang="en-AU" sz="1400" dirty="0"/>
              <a:t>Group 4: Fri 5.00 to 7.00pm, Law Annex 442</a:t>
            </a:r>
          </a:p>
          <a:p>
            <a:pPr lvl="1"/>
            <a:r>
              <a:rPr lang="en-AU" sz="1400" dirty="0"/>
              <a:t>Group 5: Fri 5.00 to 7.00pm, Law Annex 346</a:t>
            </a:r>
          </a:p>
          <a:p>
            <a:pPr lvl="1"/>
            <a:r>
              <a:rPr lang="en-AU" sz="1400" dirty="0"/>
              <a:t>Group 6: Tue 3.00 to 5.00pm, Mechanical S220</a:t>
            </a:r>
          </a:p>
          <a:p>
            <a:pPr lvl="1"/>
            <a:r>
              <a:rPr lang="en-AU" sz="1400" dirty="0"/>
              <a:t>Group 7: Tue 8.30 to 10.30am, BHB 3190</a:t>
            </a:r>
          </a:p>
          <a:p>
            <a:pPr lvl="1"/>
            <a:r>
              <a:rPr lang="en-AU" sz="1400" dirty="0"/>
              <a:t>Group 8: Wed 9.00 to 11.00am, BHB 2280</a:t>
            </a:r>
          </a:p>
          <a:p>
            <a:pPr lvl="1"/>
            <a:r>
              <a:rPr lang="en-AU" sz="1400" dirty="0"/>
              <a:t>Group 9: Tue 11.00am to 1.00pm, Civil 304</a:t>
            </a:r>
          </a:p>
          <a:p>
            <a:pPr lvl="1"/>
            <a:r>
              <a:rPr lang="en-AU" sz="1400" dirty="0"/>
              <a:t>Group 10: Fri 9.00 to 11.00am, Mechanical S220</a:t>
            </a:r>
          </a:p>
          <a:p>
            <a:pPr lvl="1"/>
            <a:r>
              <a:rPr lang="en-AU" sz="1400" dirty="0"/>
              <a:t>Group 11: Thu 1.00 to 3.00pm, BHB 2240 </a:t>
            </a:r>
          </a:p>
          <a:p>
            <a:pPr lvl="1"/>
            <a:endParaRPr lang="en-AU" sz="1050" dirty="0"/>
          </a:p>
        </p:txBody>
      </p:sp>
      <p:pic>
        <p:nvPicPr>
          <p:cNvPr id="6" name="Picture Placeholder 5" descr="A group of people sitting in a lecture hall&#10;&#10;AI-generated content may be incorrect.">
            <a:extLst>
              <a:ext uri="{FF2B5EF4-FFF2-40B4-BE49-F238E27FC236}">
                <a16:creationId xmlns:a16="http://schemas.microsoft.com/office/drawing/2014/main" id="{3EAD3E24-FC54-51E3-FF0E-1E57F192414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0694" r="30694"/>
          <a:stretch>
            <a:fillRect/>
          </a:stretch>
        </p:blipFill>
        <p:spPr/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1966808-3AFC-F066-9B98-BE9EF1A03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514350"/>
            <a:ext cx="5670550" cy="369332"/>
          </a:xfrm>
        </p:spPr>
        <p:txBody>
          <a:bodyPr/>
          <a:lstStyle/>
          <a:p>
            <a:r>
              <a:rPr lang="en-AU"/>
              <a:t>Lectures and Tutorials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42A20D-393B-415A-564D-202366B6BCCB}"/>
              </a:ext>
            </a:extLst>
          </p:cNvPr>
          <p:cNvSpPr txBox="1"/>
          <p:nvPr/>
        </p:nvSpPr>
        <p:spPr>
          <a:xfrm>
            <a:off x="6495810" y="5143500"/>
            <a:ext cx="264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00">
                <a:hlinkClick r:id="rId3" tooltip="https://virology.ws/2014/02/21/how-to-give-a-great-lecture/"/>
              </a:rPr>
              <a:t>This Photo</a:t>
            </a:r>
            <a:r>
              <a:rPr lang="en-AU" sz="900"/>
              <a:t> by Unknown Author is licensed under </a:t>
            </a:r>
            <a:r>
              <a:rPr lang="en-AU" sz="900">
                <a:hlinkClick r:id="rId4" tooltip="https://creativecommons.org/licenses/by-nc-sa/3.0/"/>
              </a:rPr>
              <a:t>CC BY-SA-NC</a:t>
            </a:r>
            <a:endParaRPr lang="en-AU" sz="900"/>
          </a:p>
        </p:txBody>
      </p:sp>
    </p:spTree>
    <p:extLst>
      <p:ext uri="{BB962C8B-B14F-4D97-AF65-F5344CB8AC3E}">
        <p14:creationId xmlns:p14="http://schemas.microsoft.com/office/powerpoint/2010/main" val="185684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CB13E4-AFC4-5968-5DC5-D1AE1B0A8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5050" y="1509485"/>
            <a:ext cx="4356100" cy="2781300"/>
          </a:xfrm>
        </p:spPr>
        <p:txBody>
          <a:bodyPr/>
          <a:lstStyle/>
          <a:p>
            <a:r>
              <a:rPr lang="en-AU" dirty="0"/>
              <a:t>Starts </a:t>
            </a:r>
            <a:r>
              <a:rPr lang="en-AU" b="1" dirty="0"/>
              <a:t>this week!</a:t>
            </a:r>
          </a:p>
          <a:p>
            <a:r>
              <a:rPr lang="en-AU" dirty="0"/>
              <a:t>Find one other person you want to be grouped with in the first two tutorials.</a:t>
            </a:r>
          </a:p>
          <a:p>
            <a:r>
              <a:rPr lang="en-AU" dirty="0"/>
              <a:t>Submit names to your tutor by end of second tutorial (10 to 14 August).</a:t>
            </a:r>
          </a:p>
          <a:p>
            <a:r>
              <a:rPr lang="en-AU" dirty="0"/>
              <a:t>Two pairs will be put together in a project team with more than one engineering stream.</a:t>
            </a:r>
          </a:p>
          <a:p>
            <a:r>
              <a:rPr lang="en-AU" dirty="0"/>
              <a:t>You will be buddies for the semester, consulting each other not just in your project but in all other class activities.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EB8B19B8-98D2-BD1C-68E8-42A57A629C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4377" r="34377"/>
          <a:stretch>
            <a:fillRect/>
          </a:stretch>
        </p:blipFill>
        <p:spPr/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72C8C2D-6135-5F59-147D-6B3FBDCD2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514350"/>
            <a:ext cx="5670550" cy="369332"/>
          </a:xfrm>
        </p:spPr>
        <p:txBody>
          <a:bodyPr/>
          <a:lstStyle/>
          <a:p>
            <a:r>
              <a:rPr lang="en-AU"/>
              <a:t>Tutorials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6FECCB-9B53-F57B-51B4-2BA4BE988E90}"/>
              </a:ext>
            </a:extLst>
          </p:cNvPr>
          <p:cNvSpPr txBox="1"/>
          <p:nvPr/>
        </p:nvSpPr>
        <p:spPr>
          <a:xfrm>
            <a:off x="6495810" y="5143500"/>
            <a:ext cx="264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00">
                <a:hlinkClick r:id="rId3" tooltip="https://skepticalscience.com/print.php?n=4067"/>
              </a:rPr>
              <a:t>This Photo</a:t>
            </a:r>
            <a:r>
              <a:rPr lang="en-AU" sz="900"/>
              <a:t> by Unknown Author is licensed under </a:t>
            </a:r>
            <a:r>
              <a:rPr lang="en-AU" sz="900">
                <a:hlinkClick r:id="rId4" tooltip="https://creativecommons.org/licenses/by/3.0/"/>
              </a:rPr>
              <a:t>CC BY</a:t>
            </a:r>
            <a:endParaRPr lang="en-AU" sz="900"/>
          </a:p>
        </p:txBody>
      </p:sp>
    </p:spTree>
    <p:extLst>
      <p:ext uri="{BB962C8B-B14F-4D97-AF65-F5344CB8AC3E}">
        <p14:creationId xmlns:p14="http://schemas.microsoft.com/office/powerpoint/2010/main" val="1810818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8BE896D-AA12-327D-6B57-7CF7437A48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1188" y="1809750"/>
            <a:ext cx="6684962" cy="1162050"/>
          </a:xfrm>
        </p:spPr>
        <p:txBody>
          <a:bodyPr/>
          <a:lstStyle/>
          <a:p>
            <a:r>
              <a:rPr lang="en-AU" b="1" dirty="0"/>
              <a:t>Previous</a:t>
            </a:r>
            <a:r>
              <a:rPr lang="en-AU" dirty="0"/>
              <a:t> versions of ENGG2112 – learn technical aspects of AI/ML, then use AI/ML in a group project.</a:t>
            </a:r>
          </a:p>
          <a:p>
            <a:r>
              <a:rPr lang="en-AU" b="1" dirty="0"/>
              <a:t>New</a:t>
            </a:r>
            <a:r>
              <a:rPr lang="en-AU" dirty="0"/>
              <a:t> version of ENGG2112 from this semester – learn </a:t>
            </a:r>
            <a:r>
              <a:rPr lang="en-AU" b="1" dirty="0"/>
              <a:t>socio</a:t>
            </a:r>
            <a:r>
              <a:rPr lang="en-AU" dirty="0"/>
              <a:t>-technical aspects of AI/ML, especially </a:t>
            </a:r>
            <a:r>
              <a:rPr lang="en-AU" b="1" dirty="0"/>
              <a:t>generative AI</a:t>
            </a:r>
            <a:r>
              <a:rPr lang="en-AU" dirty="0"/>
              <a:t>, then </a:t>
            </a:r>
            <a:r>
              <a:rPr lang="en-AU" b="1" dirty="0"/>
              <a:t>use AI for personalized learning of new material</a:t>
            </a:r>
            <a:r>
              <a:rPr lang="en-AU" dirty="0"/>
              <a:t> as well as in a group project.</a:t>
            </a:r>
          </a:p>
          <a:p>
            <a:endParaRPr lang="en-A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C7E0A05-01DA-BB77-D278-19D81B437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514350"/>
            <a:ext cx="7988300" cy="369332"/>
          </a:xfrm>
        </p:spPr>
        <p:txBody>
          <a:bodyPr/>
          <a:lstStyle/>
          <a:p>
            <a:r>
              <a:rPr lang="en-AU" dirty="0"/>
              <a:t>Shift in Focus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9A7BF1-4F38-6934-ACDE-705ACF192A2A}"/>
              </a:ext>
            </a:extLst>
          </p:cNvPr>
          <p:cNvSpPr txBox="1"/>
          <p:nvPr/>
        </p:nvSpPr>
        <p:spPr>
          <a:xfrm>
            <a:off x="698157" y="3194222"/>
            <a:ext cx="1041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WHY?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1A7BB7-3552-B331-45DA-DF7186864ACD}"/>
              </a:ext>
            </a:extLst>
          </p:cNvPr>
          <p:cNvSpPr txBox="1"/>
          <p:nvPr/>
        </p:nvSpPr>
        <p:spPr>
          <a:xfrm>
            <a:off x="1881188" y="3240331"/>
            <a:ext cx="659554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latin typeface="+mn-lt"/>
              </a:rPr>
              <a:t>We are living through an industrial revolution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dirty="0">
                <a:latin typeface="+mn-lt"/>
              </a:rPr>
              <a:t>The way we live, work and play is changing rapidly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dirty="0">
                <a:latin typeface="+mn-lt"/>
              </a:rPr>
              <a:t>We need to know how to leverage our human abilities in collaboration with AI to improve society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dirty="0">
                <a:latin typeface="+mn-lt"/>
              </a:rPr>
              <a:t>As engineers, you need to develop an intuitive sense of what AI is and is not, based on what we will cover in this semester</a:t>
            </a:r>
          </a:p>
        </p:txBody>
      </p:sp>
    </p:spTree>
    <p:extLst>
      <p:ext uri="{BB962C8B-B14F-4D97-AF65-F5344CB8AC3E}">
        <p14:creationId xmlns:p14="http://schemas.microsoft.com/office/powerpoint/2010/main" val="1355675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F741A95-C823-EC23-EFB0-C937479B7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514350"/>
            <a:ext cx="7988300" cy="369332"/>
          </a:xfrm>
        </p:spPr>
        <p:txBody>
          <a:bodyPr/>
          <a:lstStyle/>
          <a:p>
            <a:r>
              <a:rPr lang="en-US" dirty="0"/>
              <a:t>What is in ENGG2112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C537BBF-E7C4-F292-8CFD-9DA6450B995B}"/>
              </a:ext>
            </a:extLst>
          </p:cNvPr>
          <p:cNvSpPr/>
          <p:nvPr/>
        </p:nvSpPr>
        <p:spPr>
          <a:xfrm>
            <a:off x="1007842" y="1203488"/>
            <a:ext cx="2349408" cy="13682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Technical Aspects of AI and ML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B153E71-61E2-6E08-A26A-85D6245821A0}"/>
              </a:ext>
            </a:extLst>
          </p:cNvPr>
          <p:cNvSpPr/>
          <p:nvPr/>
        </p:nvSpPr>
        <p:spPr>
          <a:xfrm>
            <a:off x="994492" y="2990156"/>
            <a:ext cx="2362758" cy="1368262"/>
          </a:xfrm>
          <a:prstGeom prst="roundRect">
            <a:avLst/>
          </a:prstGeom>
          <a:solidFill>
            <a:srgbClr val="C00000"/>
          </a:solidFill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Social Responsibility and Ethics in AI/ML Use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581468-1B36-62DC-C129-8BA0BA3E9E18}"/>
              </a:ext>
            </a:extLst>
          </p:cNvPr>
          <p:cNvSpPr/>
          <p:nvPr/>
        </p:nvSpPr>
        <p:spPr>
          <a:xfrm>
            <a:off x="4458533" y="3157016"/>
            <a:ext cx="3076923" cy="103454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Group Project on Use of AI/ML in Engineering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04ACF7F-2806-7109-1FD4-1FF3DE3DD493}"/>
              </a:ext>
            </a:extLst>
          </p:cNvPr>
          <p:cNvSpPr/>
          <p:nvPr/>
        </p:nvSpPr>
        <p:spPr>
          <a:xfrm>
            <a:off x="4572000" y="1394961"/>
            <a:ext cx="2849991" cy="100116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Project Management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E6203CF-3C52-F21B-E609-5B5147019548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357250" y="1887619"/>
            <a:ext cx="1214750" cy="12693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C9E2D74-D5F1-49C0-4BDA-98EE24A1BEB3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3357250" y="3674287"/>
            <a:ext cx="11012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E15F663-FC2D-0C10-FFD3-2512B8E97B07}"/>
              </a:ext>
            </a:extLst>
          </p:cNvPr>
          <p:cNvCxnSpPr>
            <a:stCxn id="8" idx="4"/>
            <a:endCxn id="7" idx="0"/>
          </p:cNvCxnSpPr>
          <p:nvPr/>
        </p:nvCxnSpPr>
        <p:spPr>
          <a:xfrm flipH="1">
            <a:off x="5996995" y="2396128"/>
            <a:ext cx="1" cy="7608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7549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C428E-D0AE-8470-DDF0-954B37A85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590120"/>
            <a:ext cx="5670550" cy="738664"/>
          </a:xfrm>
        </p:spPr>
        <p:txBody>
          <a:bodyPr wrap="square">
            <a:normAutofit/>
          </a:bodyPr>
          <a:lstStyle/>
          <a:p>
            <a:r>
              <a:rPr lang="en-AU"/>
              <a:t>Assessments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E933B6-89B9-8BD6-2136-6872CD77D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3456" y="1533976"/>
            <a:ext cx="4541157" cy="3019403"/>
          </a:xfrm>
        </p:spPr>
        <p:txBody>
          <a:bodyPr wrap="square">
            <a:normAutofit/>
          </a:bodyPr>
          <a:lstStyle/>
          <a:p>
            <a:pPr marL="342900" marR="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AU" sz="12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Individual Tasks</a:t>
            </a:r>
            <a:r>
              <a:rPr lang="en-AU" sz="12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– Use AI as a learning and project partner</a:t>
            </a:r>
          </a:p>
          <a:p>
            <a:pPr marL="742950" marR="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AU" sz="12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Week 3: AI conversation transcript #1 (open) – 5%</a:t>
            </a:r>
          </a:p>
          <a:p>
            <a:pPr marL="742950" marR="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AU" sz="12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Week 5: AI conversation transcript #2 (open) – 5%</a:t>
            </a:r>
          </a:p>
          <a:p>
            <a:pPr marL="742950" marR="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AU" sz="12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Week 5: Explain learnt topic to other project members (secure) – 5%</a:t>
            </a:r>
          </a:p>
          <a:p>
            <a:pPr marL="342900" marR="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AU" sz="12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Group Project</a:t>
            </a:r>
            <a:r>
              <a:rPr lang="en-AU" sz="12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– Use AI as part of the solution to an engineering problem</a:t>
            </a:r>
          </a:p>
          <a:p>
            <a:pPr marL="742950" marR="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AU" sz="12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Week 6: Proposal (open) – 10%</a:t>
            </a:r>
          </a:p>
          <a:p>
            <a:pPr marL="742950" marR="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AU" sz="12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Week 12: Final Report (open) – 15%</a:t>
            </a:r>
          </a:p>
          <a:p>
            <a:pPr marL="742950" marR="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AU" sz="12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Week 13: Q&amp;A/Oral Exam (secure) – </a:t>
            </a:r>
            <a:r>
              <a:rPr lang="en-AU" sz="1200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20</a:t>
            </a:r>
            <a:r>
              <a:rPr lang="en-AU" sz="12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%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AU" sz="12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Final Exam (secure)</a:t>
            </a:r>
            <a:r>
              <a:rPr lang="en-AU" sz="12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– 40%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AU" sz="12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Tutorial Attendance (hurdle) </a:t>
            </a:r>
            <a:r>
              <a:rPr lang="en-AU" sz="1200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– at least 80% required</a:t>
            </a:r>
            <a:endParaRPr lang="en-AU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AU" sz="12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Total secure = </a:t>
            </a:r>
            <a:r>
              <a:rPr lang="en-AU" sz="12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65</a:t>
            </a:r>
            <a:r>
              <a:rPr lang="en-AU" sz="12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%, Total open = 35%</a:t>
            </a:r>
            <a:endParaRPr lang="en-AU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1" name="Picture Placeholder 10" descr="A pencil on a test sheet&#10;&#10;AI-generated content may be incorrect.">
            <a:extLst>
              <a:ext uri="{FF2B5EF4-FFF2-40B4-BE49-F238E27FC236}">
                <a16:creationId xmlns:a16="http://schemas.microsoft.com/office/drawing/2014/main" id="{A858A7D5-AFC5-A2A0-5F02-687B93C6D63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40703" r="20683"/>
          <a:stretch>
            <a:fillRect/>
          </a:stretch>
        </p:blipFill>
        <p:spPr>
          <a:xfrm>
            <a:off x="6495810" y="10"/>
            <a:ext cx="2648190" cy="5143490"/>
          </a:xfrm>
          <a:noFill/>
        </p:spPr>
      </p:pic>
    </p:spTree>
    <p:extLst>
      <p:ext uri="{BB962C8B-B14F-4D97-AF65-F5344CB8AC3E}">
        <p14:creationId xmlns:p14="http://schemas.microsoft.com/office/powerpoint/2010/main" val="2343613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D142D-304E-75C5-F465-168D8AFF6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736598"/>
            <a:ext cx="7988300" cy="369332"/>
          </a:xfrm>
        </p:spPr>
        <p:txBody>
          <a:bodyPr/>
          <a:lstStyle/>
          <a:p>
            <a:r>
              <a:rPr lang="en-AU" dirty="0"/>
              <a:t>Attendance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332E2D-0760-1C3D-F559-559A517E65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 dirty="0"/>
              <a:t>Compulsory attendance in at least 80% of tutorials</a:t>
            </a:r>
          </a:p>
          <a:p>
            <a:pPr lvl="1"/>
            <a:r>
              <a:rPr lang="en-AU" dirty="0"/>
              <a:t>No need for Spec Con if you’re going to miss up to two tutorials.</a:t>
            </a:r>
          </a:p>
          <a:p>
            <a:pPr lvl="1"/>
            <a:r>
              <a:rPr lang="en-AU" dirty="0"/>
              <a:t>If you miss three or more tutorials without SC, it will be an Absent Fail (AF) regardless of the marks accumulated over the semester.</a:t>
            </a:r>
          </a:p>
          <a:p>
            <a:r>
              <a:rPr lang="en-AU" dirty="0"/>
              <a:t>Lecture attendance is not compulsory but strongly encouraged</a:t>
            </a:r>
          </a:p>
          <a:p>
            <a:pPr lvl="1"/>
            <a:r>
              <a:rPr lang="en-AU" dirty="0"/>
              <a:t>If you don’t attend the lecture in-person, at least watch the recording.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27076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3948A-F2FD-4E69-BF7A-248C45E5E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736598"/>
            <a:ext cx="7988300" cy="369332"/>
          </a:xfrm>
        </p:spPr>
        <p:txBody>
          <a:bodyPr/>
          <a:lstStyle/>
          <a:p>
            <a:r>
              <a:rPr lang="en-AU"/>
              <a:t>Learning 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013260-EEAD-58B7-B385-5F8559A6F4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 dirty="0"/>
              <a:t>Understand basics of machine learning and AI, and how they can be used to solve complex problems.</a:t>
            </a:r>
          </a:p>
          <a:p>
            <a:r>
              <a:rPr lang="en-AU" dirty="0"/>
              <a:t>Develop ability to use generative AI to accelerate learning and increase productivity.</a:t>
            </a:r>
          </a:p>
          <a:p>
            <a:r>
              <a:rPr lang="en-AU" dirty="0"/>
              <a:t>Understand safety, ethics and regulatory aspects of AI.</a:t>
            </a:r>
          </a:p>
          <a:p>
            <a:r>
              <a:rPr lang="en-AU" dirty="0"/>
              <a:t>Define an engineering problem and iterate through multiple solutions to the problem.</a:t>
            </a:r>
          </a:p>
          <a:p>
            <a:r>
              <a:rPr lang="en-AU" dirty="0"/>
              <a:t>Manage a team project successfully.</a:t>
            </a:r>
          </a:p>
          <a:p>
            <a:r>
              <a:rPr lang="en-AU" dirty="0"/>
              <a:t>Present updates and results, write reports.</a:t>
            </a:r>
          </a:p>
        </p:txBody>
      </p:sp>
    </p:spTree>
    <p:extLst>
      <p:ext uri="{BB962C8B-B14F-4D97-AF65-F5344CB8AC3E}">
        <p14:creationId xmlns:p14="http://schemas.microsoft.com/office/powerpoint/2010/main" val="2808626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0F6599A-B189-3BBE-10C5-89FE26C2C75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U"/>
              <a:t>AI and Machine Learning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1DA6CD-1AF9-40E2-380A-D6606931475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AU"/>
              <a:t>Tools for Solving Problems</a:t>
            </a:r>
          </a:p>
        </p:txBody>
      </p:sp>
    </p:spTree>
    <p:extLst>
      <p:ext uri="{BB962C8B-B14F-4D97-AF65-F5344CB8AC3E}">
        <p14:creationId xmlns:p14="http://schemas.microsoft.com/office/powerpoint/2010/main" val="2630637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C5466-EFBC-ECAB-F954-8B77072B9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736598"/>
            <a:ext cx="7988300" cy="369332"/>
          </a:xfrm>
        </p:spPr>
        <p:txBody>
          <a:bodyPr/>
          <a:lstStyle/>
          <a:p>
            <a:r>
              <a:rPr lang="en-AU" dirty="0"/>
              <a:t>A Toolbox for Solving Complex Problems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88551-3FB1-F634-961E-63BFE0831C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 b="1" dirty="0"/>
              <a:t>New this semester</a:t>
            </a:r>
            <a:r>
              <a:rPr lang="en-AU" dirty="0"/>
              <a:t>: Teaching you how to use generative AI in productive and safe ways.</a:t>
            </a:r>
          </a:p>
          <a:p>
            <a:pPr lvl="1"/>
            <a:r>
              <a:rPr lang="en-AU" dirty="0"/>
              <a:t>Both AI for learning and AI for engineering</a:t>
            </a:r>
          </a:p>
          <a:p>
            <a:pPr lvl="1"/>
            <a:r>
              <a:rPr lang="en-AU" dirty="0"/>
              <a:t>How should humans interact with AI in the age of AI?</a:t>
            </a:r>
          </a:p>
          <a:p>
            <a:r>
              <a:rPr lang="en-AU" dirty="0"/>
              <a:t>We’re using this unit as an opportunity to introduce you, engineers of the future, to this toolbox of the future.</a:t>
            </a:r>
          </a:p>
          <a:p>
            <a:r>
              <a:rPr lang="en-AU" dirty="0"/>
              <a:t>You will learn through using AI to learn new topics – both seen and unseen in lectures – and then using AI in your project.</a:t>
            </a:r>
          </a:p>
          <a:p>
            <a:r>
              <a:rPr lang="en-AU" dirty="0"/>
              <a:t>The </a:t>
            </a:r>
            <a:r>
              <a:rPr lang="en-AU" b="1" dirty="0"/>
              <a:t>team project </a:t>
            </a:r>
            <a:r>
              <a:rPr lang="en-AU" dirty="0"/>
              <a:t>requires you to exercise your uniquely human creativity and sense of purpose, connecting technical solutions to real problems.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29170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FBDE8-A595-1B55-9DB2-399E2D254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736598"/>
            <a:ext cx="7988300" cy="369332"/>
          </a:xfrm>
        </p:spPr>
        <p:txBody>
          <a:bodyPr/>
          <a:lstStyle/>
          <a:p>
            <a:r>
              <a:rPr lang="en-AU" dirty="0"/>
              <a:t>Issues and Open 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718B4A-2BB5-D696-FEBF-DEBBA1FED6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55805" y="1399403"/>
            <a:ext cx="6910345" cy="3361037"/>
          </a:xfrm>
        </p:spPr>
        <p:txBody>
          <a:bodyPr/>
          <a:lstStyle/>
          <a:p>
            <a:r>
              <a:rPr lang="en-AU" dirty="0"/>
              <a:t>AI is bound to replace </a:t>
            </a:r>
            <a:r>
              <a:rPr lang="en-AU" u="sng" dirty="0"/>
              <a:t>routine</a:t>
            </a:r>
            <a:r>
              <a:rPr lang="en-AU" dirty="0"/>
              <a:t> human mental labour but will it replace human ingenuity?</a:t>
            </a:r>
          </a:p>
          <a:p>
            <a:pPr lvl="1"/>
            <a:r>
              <a:rPr lang="en-AU" dirty="0"/>
              <a:t>Where is </a:t>
            </a:r>
            <a:r>
              <a:rPr lang="en-AU" b="1" dirty="0"/>
              <a:t>the labour market </a:t>
            </a:r>
            <a:r>
              <a:rPr lang="en-AU" dirty="0"/>
              <a:t>headed in the age of AI?</a:t>
            </a:r>
          </a:p>
          <a:p>
            <a:r>
              <a:rPr lang="en-AU" dirty="0"/>
              <a:t>Is AI growth going to deplete natural resources (energy and water) and will the gains arising from AI be worth the </a:t>
            </a:r>
            <a:r>
              <a:rPr lang="en-AU" b="1" dirty="0"/>
              <a:t>environmental costs </a:t>
            </a:r>
            <a:r>
              <a:rPr lang="en-AU" dirty="0"/>
              <a:t>of mass AI?</a:t>
            </a:r>
          </a:p>
          <a:p>
            <a:pPr lvl="1"/>
            <a:r>
              <a:rPr lang="en-AU" dirty="0"/>
              <a:t>Are the AI pessimists wrongly assuming that energy efficiency will not improve in the future?</a:t>
            </a:r>
          </a:p>
          <a:p>
            <a:r>
              <a:rPr lang="en-AU" dirty="0"/>
              <a:t>As AI gets smarter and is used more routinely, are humans destined to become “dumber”?</a:t>
            </a:r>
          </a:p>
          <a:p>
            <a:pPr lvl="1"/>
            <a:r>
              <a:rPr lang="en-AU" b="1" dirty="0"/>
              <a:t>How humans interact with AI </a:t>
            </a:r>
            <a:r>
              <a:rPr lang="en-AU" dirty="0"/>
              <a:t>matters a lot. We humans have the agency to ensure that AI interactions benefit us as humans!</a:t>
            </a:r>
          </a:p>
          <a:p>
            <a:r>
              <a:rPr lang="en-AU" dirty="0"/>
              <a:t>If AI is used in critical, even </a:t>
            </a:r>
            <a:r>
              <a:rPr lang="en-AU" b="1" dirty="0"/>
              <a:t>life-and-death</a:t>
            </a:r>
            <a:r>
              <a:rPr lang="en-AU" dirty="0"/>
              <a:t>, scenarios, who is responsible if something goes wrong?</a:t>
            </a:r>
          </a:p>
          <a:p>
            <a:r>
              <a:rPr lang="en-AU" dirty="0"/>
              <a:t>How does society </a:t>
            </a:r>
            <a:r>
              <a:rPr lang="en-AU" b="1" dirty="0"/>
              <a:t>protect vulnerable people </a:t>
            </a:r>
            <a:r>
              <a:rPr lang="en-AU" dirty="0"/>
              <a:t>from AI outputs generated for nefarious purposes?</a:t>
            </a:r>
          </a:p>
          <a:p>
            <a:r>
              <a:rPr lang="en-AU" dirty="0"/>
              <a:t>How do we draw the line between </a:t>
            </a:r>
            <a:r>
              <a:rPr lang="en-AU" b="1" dirty="0"/>
              <a:t>productive use of AI </a:t>
            </a:r>
            <a:r>
              <a:rPr lang="en-AU" dirty="0"/>
              <a:t>and unethical or illegal use of AI?</a:t>
            </a:r>
          </a:p>
          <a:p>
            <a:pPr lvl="1"/>
            <a:r>
              <a:rPr lang="en-AU" dirty="0"/>
              <a:t>Is it ever right to claim AI outputs as our own work? What if AI produces a first cut and we carefully review and revise it?</a:t>
            </a:r>
          </a:p>
        </p:txBody>
      </p:sp>
    </p:spTree>
    <p:extLst>
      <p:ext uri="{BB962C8B-B14F-4D97-AF65-F5344CB8AC3E}">
        <p14:creationId xmlns:p14="http://schemas.microsoft.com/office/powerpoint/2010/main" val="3873731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7E930-BCA0-D2F8-EDFD-A46109DAF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736598"/>
            <a:ext cx="7988300" cy="369332"/>
          </a:xfrm>
        </p:spPr>
        <p:txBody>
          <a:bodyPr/>
          <a:lstStyle/>
          <a:p>
            <a:r>
              <a:rPr lang="en-AU" dirty="0"/>
              <a:t>Good Practices When Using AI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B2A14-A9D7-12AB-B507-FDD172BA88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1188" y="1809750"/>
            <a:ext cx="6684962" cy="2555274"/>
          </a:xfrm>
        </p:spPr>
        <p:txBody>
          <a:bodyPr/>
          <a:lstStyle/>
          <a:p>
            <a:r>
              <a:rPr lang="en-AU" dirty="0"/>
              <a:t>Be ready to think and challenge. To do this, you need to </a:t>
            </a:r>
            <a:r>
              <a:rPr lang="en-AU" b="1" dirty="0"/>
              <a:t>have an opinion and a goal</a:t>
            </a:r>
            <a:r>
              <a:rPr lang="en-AU" dirty="0"/>
              <a:t>.</a:t>
            </a:r>
          </a:p>
          <a:p>
            <a:r>
              <a:rPr lang="en-AU" dirty="0"/>
              <a:t>Plan on having </a:t>
            </a:r>
            <a:r>
              <a:rPr lang="en-AU" b="1" dirty="0"/>
              <a:t>a conversation</a:t>
            </a:r>
            <a:r>
              <a:rPr lang="en-AU" dirty="0"/>
              <a:t>, not a one-off search query.</a:t>
            </a:r>
          </a:p>
          <a:p>
            <a:r>
              <a:rPr lang="en-AU" b="1" dirty="0"/>
              <a:t>Verify information </a:t>
            </a:r>
            <a:r>
              <a:rPr lang="en-AU" dirty="0"/>
              <a:t>provided by AI – first ask for sources, then read them.</a:t>
            </a:r>
          </a:p>
          <a:p>
            <a:pPr lvl="1"/>
            <a:r>
              <a:rPr lang="en-AU" dirty="0"/>
              <a:t>AI hallucination continues to be a thing.</a:t>
            </a:r>
          </a:p>
          <a:p>
            <a:r>
              <a:rPr lang="en-AU" dirty="0"/>
              <a:t>Give prompts that contain detail, e.g. </a:t>
            </a:r>
            <a:r>
              <a:rPr lang="en-AU" b="1" dirty="0"/>
              <a:t>role playing </a:t>
            </a:r>
            <a:r>
              <a:rPr lang="en-AU" dirty="0"/>
              <a:t>(“You are a patient advisor and I am seeking your help on study habits”), </a:t>
            </a:r>
            <a:r>
              <a:rPr lang="en-AU" b="1" dirty="0"/>
              <a:t>your own understanding </a:t>
            </a:r>
            <a:r>
              <a:rPr lang="en-AU" dirty="0"/>
              <a:t>of the problem (“I think that the variable t in signals and systems always refers to continuous time. Am I right?”), </a:t>
            </a:r>
            <a:r>
              <a:rPr lang="en-AU" b="1" dirty="0"/>
              <a:t>precise descriptions </a:t>
            </a:r>
            <a:r>
              <a:rPr lang="en-AU" dirty="0"/>
              <a:t>(“I need a Python function that replaces all instances of positive values in the attached Excel with +”).</a:t>
            </a:r>
          </a:p>
          <a:p>
            <a:pPr lvl="1"/>
            <a:r>
              <a:rPr lang="en-AU" dirty="0"/>
              <a:t>The more context you can give AI, the better its response</a:t>
            </a:r>
          </a:p>
          <a:p>
            <a:r>
              <a:rPr lang="en-AU" dirty="0"/>
              <a:t>In a long conversation, remember that AI’s context window is limited. Ask it to summarize the earlier conversation so that the context is refreshed.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BDC5D72-C49E-B81F-82B8-9E211B4943D9}"/>
              </a:ext>
            </a:extLst>
          </p:cNvPr>
          <p:cNvGrpSpPr/>
          <p:nvPr/>
        </p:nvGrpSpPr>
        <p:grpSpPr>
          <a:xfrm>
            <a:off x="584200" y="4470400"/>
            <a:ext cx="2413000" cy="457200"/>
            <a:chOff x="584200" y="4470400"/>
            <a:chExt cx="2413000" cy="457200"/>
          </a:xfrm>
        </p:grpSpPr>
        <p:sp>
          <p:nvSpPr>
            <p:cNvPr id="900" name="Open Claude Button">
              <a:hlinkClick r:id="rId2"/>
            </p:cNvPr>
            <p:cNvSpPr/>
            <p:nvPr/>
          </p:nvSpPr>
          <p:spPr>
            <a:xfrm>
              <a:off x="584200" y="4470400"/>
              <a:ext cx="2413000" cy="457200"/>
            </a:xfrm>
            <a:prstGeom prst="roundRect">
              <a:avLst>
                <a:gd name="adj" fmla="val 25000"/>
              </a:avLst>
            </a:prstGeom>
            <a:solidFill>
              <a:srgbClr val="E64626"/>
            </a:solidFill>
            <a:ln>
              <a:noFill/>
            </a:ln>
          </p:spPr>
          <p:txBody>
            <a:bodyPr lIns="419100" tIns="0" rIns="45720" bIns="0" rtlCol="0" anchor="ctr"/>
            <a:lstStyle/>
            <a:p>
              <a:pPr algn="l"/>
              <a:r>
                <a:rPr lang="en-AU" sz="1400" b="1" dirty="0">
                  <a:solidFill>
                    <a:srgbClr val="FFFFFF"/>
                  </a:solidFill>
                </a:rPr>
                <a:t>Open Claude Desktop</a:t>
              </a:r>
            </a:p>
          </p:txBody>
        </p:sp>
        <p:pic>
          <p:nvPicPr>
            <p:cNvPr id="901" name="Graphic 901" descr="Chat bubble icon for Open Claude Desktop butt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11200" y="4584700"/>
              <a:ext cx="228600" cy="228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389155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BBE15-76B5-D28E-CAFF-33B56926F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736598"/>
            <a:ext cx="7988300" cy="369332"/>
          </a:xfrm>
        </p:spPr>
        <p:txBody>
          <a:bodyPr/>
          <a:lstStyle/>
          <a:p>
            <a:r>
              <a:rPr lang="en-AU" dirty="0"/>
              <a:t>Formative Assessments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4E0FF8-8A18-04C8-AE3C-A257E5A149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 dirty="0"/>
              <a:t>We will be introducing formative low-weight assessments to encourage you to engage with AI productively.</a:t>
            </a:r>
          </a:p>
          <a:p>
            <a:r>
              <a:rPr lang="en-AU" dirty="0"/>
              <a:t>Assignment 1 asks that you use AI to learn more about the material introduced in our first three lectures.</a:t>
            </a:r>
          </a:p>
          <a:p>
            <a:r>
              <a:rPr lang="en-AU" dirty="0"/>
              <a:t>Assignment 2 asks that you use AI to learn about a topic that you don’t know much about and then explain the topic to your project team.</a:t>
            </a:r>
          </a:p>
          <a:p>
            <a:r>
              <a:rPr lang="en-AU" dirty="0"/>
              <a:t>15% of total marks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100982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2F4BA-C73B-B0EE-050F-0F2F09156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736598"/>
            <a:ext cx="7988300" cy="369332"/>
          </a:xfrm>
        </p:spPr>
        <p:txBody>
          <a:bodyPr/>
          <a:lstStyle/>
          <a:p>
            <a:r>
              <a:rPr lang="en-AU" dirty="0"/>
              <a:t>Technical Underpinnings of AI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3FD002-8EDF-0AF3-0AE1-949C6D86D6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 dirty="0"/>
              <a:t>We will discuss these from Week 3</a:t>
            </a:r>
          </a:p>
          <a:p>
            <a:r>
              <a:rPr lang="en-AU" dirty="0"/>
              <a:t>Long and interesting history with technical roots in topics like statistical signal processing, Bayesian inference, stochastic detection and estimation theory, adaptive systems, etc.</a:t>
            </a:r>
          </a:p>
          <a:p>
            <a:r>
              <a:rPr lang="en-AU" dirty="0"/>
              <a:t>Powerful parallel computing hardware has enabled the realisation of computational learning methods based on theory or heuristics.</a:t>
            </a:r>
          </a:p>
          <a:p>
            <a:pPr lvl="1"/>
            <a:r>
              <a:rPr lang="en-AU" dirty="0"/>
              <a:t>Question: how do we make use of them intelligently?</a:t>
            </a:r>
          </a:p>
          <a:p>
            <a:pPr lvl="1"/>
            <a:r>
              <a:rPr lang="en-AU" dirty="0"/>
              <a:t>This is a question we would like you to consider deeply…</a:t>
            </a:r>
          </a:p>
        </p:txBody>
      </p:sp>
    </p:spTree>
    <p:extLst>
      <p:ext uri="{BB962C8B-B14F-4D97-AF65-F5344CB8AC3E}">
        <p14:creationId xmlns:p14="http://schemas.microsoft.com/office/powerpoint/2010/main" val="19924959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44E96-D06B-AF89-15CC-4E98BB3C5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B1D9E1-3AD3-1AD8-B3B4-931AADE24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31" y="664150"/>
            <a:ext cx="7988300" cy="738664"/>
          </a:xfrm>
        </p:spPr>
        <p:txBody>
          <a:bodyPr/>
          <a:lstStyle/>
          <a:p>
            <a:r>
              <a:rPr lang="en-AU" dirty="0"/>
              <a:t>What is AI/ML?</a:t>
            </a:r>
            <a:br>
              <a:rPr lang="en-AU" dirty="0"/>
            </a:br>
            <a:endParaRPr lang="en-AU" dirty="0"/>
          </a:p>
        </p:txBody>
      </p:sp>
      <p:pic>
        <p:nvPicPr>
          <p:cNvPr id="2050" name="Picture 2" descr="How long until we can build R2-D2 and C-3PO?">
            <a:extLst>
              <a:ext uri="{FF2B5EF4-FFF2-40B4-BE49-F238E27FC236}">
                <a16:creationId xmlns:a16="http://schemas.microsoft.com/office/drawing/2014/main" id="{0B1DAEDE-1444-85CE-FBBD-325AA1B364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30" y="1626559"/>
            <a:ext cx="2851785" cy="2851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B1A145-4518-51CD-47AC-B51FE85E9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7792" y="1759879"/>
            <a:ext cx="3074719" cy="17295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1565D0-A240-F75C-9426-CBF8731C7B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2156" y="1569883"/>
            <a:ext cx="3007484" cy="20037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59BCBC-C880-BA32-684B-4D490EC638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4660" y="3439961"/>
            <a:ext cx="2627472" cy="14791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E4252DA-264C-3687-DC31-51EC8FA277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2107" y="3229103"/>
            <a:ext cx="2535041" cy="16900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69FC1D-ACC1-A526-9CC4-15704C0CC8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01471" y="4953080"/>
            <a:ext cx="341530" cy="1871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kern="0"/>
            </a:defPPr>
            <a:lvl1pPr algn="r">
              <a:defRPr lang="en-US" sz="600" smtClean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603CDE5-C1D8-4EDD-870F-A498BAFA520F}" type="slidenum">
              <a:rPr lang="en-AU" smtClean="0"/>
              <a:pPr/>
              <a:t>18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243250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522F3-8957-1A5F-CF1D-4D536FDB6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A1BFBC-FA9B-D6F8-44B5-5EED198E1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Definition of artificial intelligence (?)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9CFC86-10DF-2DC8-2B6D-1BDBE6F0F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7850" y="1266605"/>
            <a:ext cx="7988300" cy="3318094"/>
          </a:xfrm>
        </p:spPr>
        <p:txBody>
          <a:bodyPr anchor="t">
            <a:normAutofit lnSpcReduction="10000"/>
          </a:bodyPr>
          <a:lstStyle/>
          <a:p>
            <a:pPr marL="0" indent="0">
              <a:buNone/>
            </a:pPr>
            <a:endParaRPr lang="en-AU" sz="1400" dirty="0">
              <a:highlight>
                <a:srgbClr val="FFFF00"/>
              </a:highlight>
            </a:endParaRPr>
          </a:p>
          <a:p>
            <a:pPr marL="0" indent="0" algn="ctr">
              <a:buNone/>
            </a:pPr>
            <a:r>
              <a:rPr lang="en-AU" sz="1400" b="1" dirty="0">
                <a:solidFill>
                  <a:srgbClr val="FF0000"/>
                </a:solidFill>
                <a:highlight>
                  <a:srgbClr val="FFFF00"/>
                </a:highlight>
              </a:rPr>
              <a:t>Intelligence</a:t>
            </a:r>
            <a:r>
              <a:rPr lang="en-AU" sz="1400" dirty="0">
                <a:highlight>
                  <a:srgbClr val="FFFF00"/>
                </a:highlight>
              </a:rPr>
              <a:t> = </a:t>
            </a:r>
            <a:r>
              <a:rPr lang="en-AU" sz="1400" b="1" i="1" dirty="0">
                <a:highlight>
                  <a:srgbClr val="FFFF00"/>
                </a:highlight>
              </a:rPr>
              <a:t>ability to </a:t>
            </a:r>
            <a:r>
              <a:rPr lang="en-AU" sz="1400" b="1" i="1" u="sng" dirty="0">
                <a:highlight>
                  <a:srgbClr val="FFFF00"/>
                </a:highlight>
              </a:rPr>
              <a:t>take actions </a:t>
            </a:r>
            <a:r>
              <a:rPr lang="en-AU" sz="1400" b="1" i="1" dirty="0">
                <a:highlight>
                  <a:srgbClr val="FFFF00"/>
                </a:highlight>
              </a:rPr>
              <a:t>that lead to </a:t>
            </a:r>
            <a:r>
              <a:rPr lang="en-AU" sz="1400" b="1" i="1" u="sng" dirty="0">
                <a:highlight>
                  <a:srgbClr val="FFFF00"/>
                </a:highlight>
              </a:rPr>
              <a:t>desirable outcomes </a:t>
            </a:r>
            <a:r>
              <a:rPr lang="en-AU" sz="1400" b="1" i="1" dirty="0">
                <a:highlight>
                  <a:srgbClr val="FFFF00"/>
                </a:highlight>
              </a:rPr>
              <a:t>with an adequately </a:t>
            </a:r>
            <a:r>
              <a:rPr lang="en-AU" sz="1400" b="1" i="1" u="sng" dirty="0">
                <a:highlight>
                  <a:srgbClr val="FFFF00"/>
                </a:highlight>
              </a:rPr>
              <a:t>high probability</a:t>
            </a:r>
            <a:r>
              <a:rPr lang="en-AU" sz="1400" b="1" i="1" dirty="0">
                <a:highlight>
                  <a:srgbClr val="FFFF00"/>
                </a:highlight>
              </a:rPr>
              <a:t> in an environment that frequently results in a </a:t>
            </a:r>
            <a:r>
              <a:rPr lang="en-AU" sz="1400" b="1" i="1" u="sng" dirty="0">
                <a:highlight>
                  <a:srgbClr val="FFFF00"/>
                </a:highlight>
              </a:rPr>
              <a:t>state of nature not previously encountered</a:t>
            </a:r>
          </a:p>
          <a:p>
            <a:pPr marL="0" indent="0" algn="ctr">
              <a:buNone/>
            </a:pPr>
            <a:endParaRPr lang="en-AU" sz="1400" b="1" i="1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AU" sz="1400" dirty="0"/>
              <a:t>This means the following systems are examples of </a:t>
            </a:r>
            <a:r>
              <a:rPr lang="en-AU" sz="1400" b="1" u="sng" dirty="0"/>
              <a:t>artificial</a:t>
            </a:r>
            <a:r>
              <a:rPr lang="en-AU" sz="1400" dirty="0"/>
              <a:t> intelligence:</a:t>
            </a:r>
          </a:p>
          <a:p>
            <a:r>
              <a:rPr lang="en-AU" sz="1400" b="1" dirty="0"/>
              <a:t>Automatic cruise control in a car – </a:t>
            </a:r>
            <a:r>
              <a:rPr lang="en-AU" sz="1400" dirty="0"/>
              <a:t>able to regulate speed on any road under any conditions</a:t>
            </a:r>
          </a:p>
          <a:p>
            <a:r>
              <a:rPr lang="en-AU" sz="1400" b="1" dirty="0"/>
              <a:t>Noise cancelling headphones </a:t>
            </a:r>
            <a:r>
              <a:rPr lang="en-AU" sz="1400" dirty="0"/>
              <a:t>– works to some acceptable degree with any noise and any audio signal</a:t>
            </a:r>
          </a:p>
          <a:p>
            <a:r>
              <a:rPr lang="en-AU" sz="1400" b="1" dirty="0"/>
              <a:t>Power system </a:t>
            </a:r>
            <a:r>
              <a:rPr lang="en-AU" sz="1400" dirty="0"/>
              <a:t>– provides required power to an uncertain number of consumers at any time</a:t>
            </a:r>
          </a:p>
          <a:p>
            <a:r>
              <a:rPr lang="en-AU" sz="1400" b="1" dirty="0"/>
              <a:t>Google Maps </a:t>
            </a:r>
            <a:r>
              <a:rPr lang="en-AU" sz="1400" dirty="0"/>
              <a:t>– able to find a route from any place to any place at any time and estimate travel time</a:t>
            </a:r>
          </a:p>
          <a:p>
            <a:r>
              <a:rPr lang="en-AU" sz="1400" b="1" dirty="0"/>
              <a:t>Social media recommendations </a:t>
            </a:r>
            <a:r>
              <a:rPr lang="en-AU" sz="1400" dirty="0"/>
              <a:t>– able to suggest people/places/etc. to check out based on individual data</a:t>
            </a:r>
          </a:p>
          <a:p>
            <a:r>
              <a:rPr lang="en-AU" sz="1400" b="1" dirty="0"/>
              <a:t>ChatGPT </a:t>
            </a:r>
            <a:r>
              <a:rPr lang="en-AU" sz="1400" dirty="0"/>
              <a:t>– able to respond with near-human (or super-human) intelligence to any question on any topic</a:t>
            </a:r>
          </a:p>
          <a:p>
            <a:endParaRPr lang="en-AU" sz="1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566E17-BA33-53C2-314D-9B6AED6FB4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01471" y="4953080"/>
            <a:ext cx="341530" cy="1871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kern="0"/>
            </a:defPPr>
            <a:lvl1pPr algn="r">
              <a:defRPr lang="en-US" sz="600" smtClean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603CDE5-C1D8-4EDD-870F-A498BAFA520F}" type="slidenum">
              <a:rPr lang="en-AU" smtClean="0"/>
              <a:pPr/>
              <a:t>19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583172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41C7A-41A8-666D-2F4E-4B409F36C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34B6D1-067C-FA89-99B8-12BC28032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736598"/>
            <a:ext cx="7988300" cy="369332"/>
          </a:xfrm>
        </p:spPr>
        <p:txBody>
          <a:bodyPr/>
          <a:lstStyle/>
          <a:p>
            <a:r>
              <a:rPr lang="en-AU" dirty="0"/>
              <a:t>What Does AI Mean Today?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5A14C3D-92FA-5A21-B91B-CB07ED2A1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500" y="1356615"/>
            <a:ext cx="7994650" cy="3228084"/>
          </a:xfrm>
        </p:spPr>
        <p:txBody>
          <a:bodyPr anchor="t"/>
          <a:lstStyle/>
          <a:p>
            <a:r>
              <a:rPr lang="en-AU" sz="1400" dirty="0">
                <a:latin typeface="+mn-lt"/>
              </a:rPr>
              <a:t>At its most basic, an AI is nothing more than the implementation of a </a:t>
            </a:r>
            <a:r>
              <a:rPr lang="en-AU" sz="1400" b="1" dirty="0">
                <a:latin typeface="+mn-lt"/>
              </a:rPr>
              <a:t>mapping</a:t>
            </a:r>
            <a:r>
              <a:rPr lang="en-AU" sz="1400" dirty="0">
                <a:latin typeface="+mn-lt"/>
              </a:rPr>
              <a:t> from a set of inputs to one or more outputs</a:t>
            </a:r>
          </a:p>
          <a:p>
            <a:pPr lvl="1"/>
            <a:r>
              <a:rPr lang="en-AU" sz="1400" dirty="0"/>
              <a:t>Human intelligence is also the same – in response to our sensory inputs, we produce thoughts, words, muscle activations, etc.</a:t>
            </a:r>
          </a:p>
          <a:p>
            <a:r>
              <a:rPr lang="en-AU" sz="1400" dirty="0">
                <a:latin typeface="+mn-lt"/>
              </a:rPr>
              <a:t>AI, therefore, encompasses many of the “old” or “traditional” engineered systems, which can be construed to be making an automated decision, by whatever means.</a:t>
            </a:r>
          </a:p>
          <a:p>
            <a:pPr lvl="1"/>
            <a:r>
              <a:rPr lang="en-AU" sz="1400" dirty="0"/>
              <a:t>But this definition is a bit too broad and AI currently refers only to </a:t>
            </a:r>
            <a:r>
              <a:rPr lang="en-AU" sz="1400" b="1" dirty="0"/>
              <a:t>computational</a:t>
            </a:r>
            <a:r>
              <a:rPr lang="en-AU" sz="1400" dirty="0"/>
              <a:t> methods for arriving at these decisions.</a:t>
            </a:r>
          </a:p>
          <a:p>
            <a:pPr lvl="1"/>
            <a:r>
              <a:rPr lang="en-AU" sz="1400" dirty="0"/>
              <a:t>Even this narrower definition is quite broad, since it includes all programmed systems such as if/then/elseif </a:t>
            </a:r>
            <a:r>
              <a:rPr lang="en-AU" sz="1400" b="1" dirty="0"/>
              <a:t>rules-based systems</a:t>
            </a:r>
            <a:r>
              <a:rPr lang="en-AU" sz="1400" dirty="0"/>
              <a:t>.</a:t>
            </a:r>
          </a:p>
          <a:p>
            <a:r>
              <a:rPr lang="en-AU" sz="1400" dirty="0">
                <a:latin typeface="+mn-lt"/>
              </a:rPr>
              <a:t>A lot of what we mean by AI these days is really Machine Learning (ML)</a:t>
            </a:r>
          </a:p>
          <a:p>
            <a:pPr lvl="1"/>
            <a:r>
              <a:rPr lang="en-AU" sz="1400" dirty="0"/>
              <a:t>ML refers to a computational machine that ingests data and </a:t>
            </a:r>
            <a:r>
              <a:rPr lang="en-AU" sz="1400" b="1" dirty="0"/>
              <a:t>learns a model </a:t>
            </a:r>
            <a:r>
              <a:rPr lang="en-AU" sz="1400" dirty="0"/>
              <a:t>that links input data (features) to output data (labels). This is what we focus on in ENGG2112.</a:t>
            </a:r>
          </a:p>
          <a:p>
            <a:endParaRPr lang="en-A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8161D1-634D-C237-2ADD-FE2D557BFE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01471" y="4953080"/>
            <a:ext cx="341530" cy="1871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kern="0"/>
            </a:defPPr>
            <a:lvl1pPr algn="r">
              <a:defRPr lang="en-US" sz="600" smtClean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603CDE5-C1D8-4EDD-870F-A498BAFA520F}" type="slidenum">
              <a:rPr lang="en-AU" smtClean="0"/>
              <a:pPr/>
              <a:t>20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627594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66822-597E-1A2F-F661-428213718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850F6C-1744-5C42-C520-2807DEFB0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Abstract view of Machine Learning: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90231AD-B2BB-EDC8-7555-EAD577C21BF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77850" y="1311610"/>
                <a:ext cx="7988300" cy="3273089"/>
              </a:xfrm>
            </p:spPr>
            <p:txBody>
              <a:bodyPr/>
              <a:lstStyle/>
              <a:p>
                <a:r>
                  <a:rPr lang="en-AU" sz="1400" dirty="0">
                    <a:latin typeface="+mn-lt"/>
                  </a:rPr>
                  <a:t>First, define a model linking inputs to output(s)</a:t>
                </a:r>
              </a:p>
              <a:p>
                <a:r>
                  <a:rPr lang="en-AU" sz="1400" dirty="0">
                    <a:latin typeface="+mn-lt"/>
                  </a:rPr>
                  <a:t>This model has a set of parameters denoted </a:t>
                </a:r>
                <a14:m>
                  <m:oMath xmlns:m="http://schemas.openxmlformats.org/officeDocument/2006/math">
                    <m:r>
                      <a:rPr lang="en-AU" sz="140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AU" sz="1400" dirty="0">
                  <a:latin typeface="+mn-lt"/>
                </a:endParaRPr>
              </a:p>
              <a:p>
                <a:r>
                  <a:rPr lang="en-AU" sz="1400" dirty="0">
                    <a:latin typeface="+mn-lt"/>
                  </a:rPr>
                  <a:t>The critical task of ML is to find the </a:t>
                </a:r>
                <a:r>
                  <a:rPr lang="en-AU" sz="1400" b="1" dirty="0">
                    <a:latin typeface="+mn-lt"/>
                  </a:rPr>
                  <a:t>best values</a:t>
                </a:r>
                <a:r>
                  <a:rPr lang="en-AU" sz="1400" dirty="0">
                    <a:latin typeface="+mn-lt"/>
                  </a:rPr>
                  <a:t> for the parameters </a:t>
                </a:r>
                <a14:m>
                  <m:oMath xmlns:m="http://schemas.openxmlformats.org/officeDocument/2006/math">
                    <m:r>
                      <a:rPr lang="en-AU" sz="140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AU" sz="1400" dirty="0">
                    <a:latin typeface="+mn-lt"/>
                  </a:rPr>
                  <a:t> using available data</a:t>
                </a:r>
              </a:p>
              <a:p>
                <a:r>
                  <a:rPr lang="en-AU" sz="1400" dirty="0">
                    <a:latin typeface="+mn-lt"/>
                  </a:rPr>
                  <a:t>This is accomplished in the </a:t>
                </a:r>
                <a:r>
                  <a:rPr lang="en-AU" sz="1400" u="sng" dirty="0">
                    <a:latin typeface="+mn-lt"/>
                  </a:rPr>
                  <a:t>training phase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90231AD-B2BB-EDC8-7555-EAD577C21B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77850" y="1311610"/>
                <a:ext cx="7988300" cy="3273089"/>
              </a:xfrm>
              <a:blipFill>
                <a:blip r:embed="rId2"/>
                <a:stretch>
                  <a:fillRect l="-1429" t="-1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row: Right 5">
            <a:extLst>
              <a:ext uri="{FF2B5EF4-FFF2-40B4-BE49-F238E27FC236}">
                <a16:creationId xmlns:a16="http://schemas.microsoft.com/office/drawing/2014/main" id="{13E4C3E2-FEE5-8327-0FAF-4347C3AA9795}"/>
              </a:ext>
            </a:extLst>
          </p:cNvPr>
          <p:cNvSpPr/>
          <p:nvPr/>
        </p:nvSpPr>
        <p:spPr>
          <a:xfrm>
            <a:off x="2479491" y="3168652"/>
            <a:ext cx="1305145" cy="507830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rtl="0"/>
            <a:r>
              <a:rPr lang="en-AU" sz="1350" kern="1200" dirty="0">
                <a:solidFill>
                  <a:srgbClr val="FFFFFF"/>
                </a:solidFill>
                <a:latin typeface="Gill Sans MT" panose="020B0502020104020203"/>
              </a:rPr>
              <a:t>inputs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74260C-99B6-452D-FFB6-EA31E6DD6729}"/>
              </a:ext>
            </a:extLst>
          </p:cNvPr>
          <p:cNvSpPr/>
          <p:nvPr/>
        </p:nvSpPr>
        <p:spPr>
          <a:xfrm>
            <a:off x="3851920" y="2796775"/>
            <a:ext cx="1223010" cy="125158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rtl="0"/>
            <a:endParaRPr lang="en-AU" sz="1350" kern="1200">
              <a:solidFill>
                <a:srgbClr val="FFFFFF"/>
              </a:solidFill>
              <a:latin typeface="Gill Sans MT" panose="020B0502020104020203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8EB1C0D6-7220-4E78-318E-9B467036AC84}"/>
              </a:ext>
            </a:extLst>
          </p:cNvPr>
          <p:cNvSpPr/>
          <p:nvPr/>
        </p:nvSpPr>
        <p:spPr>
          <a:xfrm>
            <a:off x="5142214" y="3182835"/>
            <a:ext cx="1305145" cy="504675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rtl="0"/>
            <a:r>
              <a:rPr lang="en-AU" sz="1350" kern="1200" dirty="0">
                <a:solidFill>
                  <a:srgbClr val="FFFFFF"/>
                </a:solidFill>
                <a:latin typeface="Gill Sans MT" panose="020B0502020104020203"/>
              </a:rPr>
              <a:t>outputs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E5873E1-91F6-C263-1B92-D51798F8B7DC}"/>
                  </a:ext>
                </a:extLst>
              </p:cNvPr>
              <p:cNvSpPr txBox="1"/>
              <p:nvPr/>
            </p:nvSpPr>
            <p:spPr>
              <a:xfrm>
                <a:off x="3960507" y="3149275"/>
                <a:ext cx="1028699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685800" rtl="0"/>
                <a:r>
                  <a:rPr lang="en-AU" sz="1350" kern="1200" dirty="0">
                    <a:solidFill>
                      <a:srgbClr val="000000"/>
                    </a:solidFill>
                    <a:latin typeface="Gill Sans MT" panose="020B0502020104020203"/>
                    <a:ea typeface="+mn-ea"/>
                    <a:cs typeface="+mn-cs"/>
                  </a:rPr>
                  <a:t>Model</a:t>
                </a:r>
              </a:p>
              <a:p>
                <a:pPr algn="ctr" defTabSz="685800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350" i="1" kern="1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lang="en-AU" sz="1350" i="1" kern="1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en-AU" sz="135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AU" sz="135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e>
                        <m:sub>
                          <m:r>
                            <a:rPr lang="en-AU" sz="135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AU" sz="135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en-AU" sz="135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AU" sz="1350" kern="1200" dirty="0">
                  <a:solidFill>
                    <a:srgbClr val="000000"/>
                  </a:solidFill>
                  <a:latin typeface="Gill Sans MT" panose="020B0502020104020203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E5873E1-91F6-C263-1B92-D51798F8B7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0507" y="3149275"/>
                <a:ext cx="1028699" cy="507831"/>
              </a:xfrm>
              <a:prstGeom prst="rect">
                <a:avLst/>
              </a:prstGeom>
              <a:blipFill>
                <a:blip r:embed="rId3"/>
                <a:stretch>
                  <a:fillRect t="-2500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C11E83-3E6E-7CA3-7F19-39A1E62509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01471" y="4953080"/>
            <a:ext cx="341530" cy="1871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kern="0"/>
            </a:defPPr>
            <a:lvl1pPr algn="r">
              <a:defRPr lang="en-US" sz="600" smtClean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603CDE5-C1D8-4EDD-870F-A498BAFA520F}" type="slidenum">
              <a:rPr lang="en-AU" smtClean="0"/>
              <a:pPr/>
              <a:t>21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934353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66822-597E-1A2F-F661-428213718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850F6C-1744-5C42-C520-2807DEFB0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736598"/>
            <a:ext cx="7988300" cy="369332"/>
          </a:xfrm>
        </p:spPr>
        <p:txBody>
          <a:bodyPr/>
          <a:lstStyle/>
          <a:p>
            <a:r>
              <a:rPr lang="en-AU" dirty="0"/>
              <a:t>Abstract view of Machine Learning: Model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90231AD-B2BB-EDC8-7555-EAD577C21B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7850" y="1311610"/>
            <a:ext cx="7988300" cy="3273089"/>
          </a:xfrm>
        </p:spPr>
        <p:txBody>
          <a:bodyPr/>
          <a:lstStyle/>
          <a:p>
            <a:pPr marL="0" indent="0">
              <a:buNone/>
            </a:pPr>
            <a:r>
              <a:rPr lang="en-AU" sz="1400" dirty="0"/>
              <a:t>Examples:</a:t>
            </a:r>
          </a:p>
          <a:p>
            <a:r>
              <a:rPr lang="en-AU" sz="1400" b="1" dirty="0"/>
              <a:t>Input</a:t>
            </a:r>
            <a:r>
              <a:rPr lang="en-AU" sz="1400" dirty="0"/>
              <a:t>: Optical signals into C3PO’s eyes. </a:t>
            </a:r>
            <a:r>
              <a:rPr lang="en-AU" sz="1400" b="1" dirty="0"/>
              <a:t>Output</a:t>
            </a:r>
            <a:r>
              <a:rPr lang="en-AU" sz="1400" dirty="0"/>
              <a:t>: Recognized object (R2D2, Luke, etc.)</a:t>
            </a:r>
          </a:p>
          <a:p>
            <a:r>
              <a:rPr lang="en-AU" sz="1400" b="1" dirty="0"/>
              <a:t>Input</a:t>
            </a:r>
            <a:r>
              <a:rPr lang="en-AU" sz="1400" dirty="0"/>
              <a:t>: Sensors around car. </a:t>
            </a:r>
            <a:r>
              <a:rPr lang="en-AU" sz="1400" b="1" dirty="0"/>
              <a:t>Output</a:t>
            </a:r>
            <a:r>
              <a:rPr lang="en-AU" sz="1400" dirty="0"/>
              <a:t>: Steering, brake, accelerator signals</a:t>
            </a:r>
          </a:p>
          <a:p>
            <a:r>
              <a:rPr lang="en-AU" sz="1400" b="1" dirty="0"/>
              <a:t>Input:</a:t>
            </a:r>
            <a:r>
              <a:rPr lang="en-AU" sz="1400" dirty="0"/>
              <a:t>  Audio signals into Google Home. </a:t>
            </a:r>
            <a:r>
              <a:rPr lang="en-AU" sz="1400" b="1" dirty="0"/>
              <a:t>Output</a:t>
            </a:r>
            <a:r>
              <a:rPr lang="en-AU" sz="1400" dirty="0"/>
              <a:t>: Recognized command</a:t>
            </a:r>
          </a:p>
          <a:p>
            <a:r>
              <a:rPr lang="en-AU" sz="1400" b="1" dirty="0"/>
              <a:t>Input</a:t>
            </a:r>
            <a:r>
              <a:rPr lang="en-AU" sz="1400" dirty="0"/>
              <a:t>: Sensors on robot. </a:t>
            </a:r>
            <a:r>
              <a:rPr lang="en-AU" sz="1400" b="1" dirty="0"/>
              <a:t>Output</a:t>
            </a:r>
            <a:r>
              <a:rPr lang="en-AU" sz="1400" dirty="0"/>
              <a:t>: Signals to each leg to control movement.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13E4C3E2-FEE5-8327-0FAF-4347C3AA9795}"/>
              </a:ext>
            </a:extLst>
          </p:cNvPr>
          <p:cNvSpPr/>
          <p:nvPr/>
        </p:nvSpPr>
        <p:spPr>
          <a:xfrm>
            <a:off x="2479491" y="3168652"/>
            <a:ext cx="1305145" cy="507830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rtl="0"/>
            <a:r>
              <a:rPr lang="en-AU" sz="1350" kern="1200" dirty="0">
                <a:solidFill>
                  <a:srgbClr val="FFFFFF"/>
                </a:solidFill>
                <a:latin typeface="Gill Sans MT" panose="020B0502020104020203"/>
              </a:rPr>
              <a:t>inputs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74260C-99B6-452D-FFB6-EA31E6DD6729}"/>
              </a:ext>
            </a:extLst>
          </p:cNvPr>
          <p:cNvSpPr/>
          <p:nvPr/>
        </p:nvSpPr>
        <p:spPr>
          <a:xfrm>
            <a:off x="3851920" y="2796775"/>
            <a:ext cx="1223010" cy="125158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rtl="0"/>
            <a:endParaRPr lang="en-AU" sz="1350" kern="1200">
              <a:solidFill>
                <a:srgbClr val="FFFFFF"/>
              </a:solidFill>
              <a:latin typeface="Gill Sans MT" panose="020B0502020104020203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8EB1C0D6-7220-4E78-318E-9B467036AC84}"/>
              </a:ext>
            </a:extLst>
          </p:cNvPr>
          <p:cNvSpPr/>
          <p:nvPr/>
        </p:nvSpPr>
        <p:spPr>
          <a:xfrm>
            <a:off x="5142214" y="3182835"/>
            <a:ext cx="1305145" cy="504675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rtl="0"/>
            <a:r>
              <a:rPr lang="en-AU" sz="1350" kern="1200" dirty="0">
                <a:solidFill>
                  <a:srgbClr val="FFFFFF"/>
                </a:solidFill>
                <a:latin typeface="Gill Sans MT" panose="020B0502020104020203"/>
              </a:rPr>
              <a:t>outputs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E5873E1-91F6-C263-1B92-D51798F8B7DC}"/>
                  </a:ext>
                </a:extLst>
              </p:cNvPr>
              <p:cNvSpPr txBox="1"/>
              <p:nvPr/>
            </p:nvSpPr>
            <p:spPr>
              <a:xfrm>
                <a:off x="3960507" y="3149275"/>
                <a:ext cx="1028699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685800" rtl="0"/>
                <a:r>
                  <a:rPr lang="en-AU" sz="1350" kern="1200" dirty="0">
                    <a:solidFill>
                      <a:srgbClr val="000000"/>
                    </a:solidFill>
                    <a:latin typeface="Gill Sans MT" panose="020B0502020104020203"/>
                    <a:ea typeface="+mn-ea"/>
                    <a:cs typeface="+mn-cs"/>
                  </a:rPr>
                  <a:t>Model</a:t>
                </a:r>
              </a:p>
              <a:p>
                <a:pPr algn="ctr" defTabSz="685800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350" i="1" kern="1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lang="en-AU" sz="1350" i="1" kern="1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en-AU" sz="135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AU" sz="135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e>
                        <m:sub>
                          <m:r>
                            <a:rPr lang="en-AU" sz="135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AU" sz="135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en-AU" sz="135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AU" sz="1350" kern="1200" dirty="0">
                  <a:solidFill>
                    <a:srgbClr val="000000"/>
                  </a:solidFill>
                  <a:latin typeface="Gill Sans MT" panose="020B0502020104020203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E5873E1-91F6-C263-1B92-D51798F8B7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0507" y="3149275"/>
                <a:ext cx="1028699" cy="507831"/>
              </a:xfrm>
              <a:prstGeom prst="rect">
                <a:avLst/>
              </a:prstGeom>
              <a:blipFill>
                <a:blip r:embed="rId2"/>
                <a:stretch>
                  <a:fillRect t="-2500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89E5D7-8A93-B8E6-31F5-E6E7CD3EFA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01471" y="4953080"/>
            <a:ext cx="341530" cy="1871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kern="0"/>
            </a:defPPr>
            <a:lvl1pPr algn="r">
              <a:defRPr lang="en-US" sz="600" smtClean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603CDE5-C1D8-4EDD-870F-A498BAFA520F}" type="slidenum">
              <a:rPr lang="en-AU" smtClean="0"/>
              <a:pPr/>
              <a:t>22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39728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B0DA2-BEA6-28CF-B911-74A2AA88D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476F51-DB9A-7C5C-1932-F5439F18C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Abstract view of machine learning: Training/learning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3BFD19B-AD0C-2855-5018-D83CAE14410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77850" y="1390087"/>
                <a:ext cx="4764124" cy="3194612"/>
              </a:xfrm>
            </p:spPr>
            <p:txBody>
              <a:bodyPr/>
              <a:lstStyle/>
              <a:p>
                <a:r>
                  <a:rPr lang="en-AU" sz="1400" dirty="0">
                    <a:latin typeface="+mn-lt"/>
                  </a:rPr>
                  <a:t>In the </a:t>
                </a:r>
                <a:r>
                  <a:rPr lang="en-AU" sz="1400" b="1" dirty="0">
                    <a:latin typeface="+mn-lt"/>
                  </a:rPr>
                  <a:t>training phase</a:t>
                </a:r>
                <a:r>
                  <a:rPr lang="en-AU" sz="1400" dirty="0">
                    <a:latin typeface="+mn-lt"/>
                  </a:rPr>
                  <a:t>, we use known inputs and outputs (supervised learning) to find </a:t>
                </a:r>
                <a14:m>
                  <m:oMath xmlns:m="http://schemas.openxmlformats.org/officeDocument/2006/math">
                    <m:r>
                      <a:rPr lang="en-AU" sz="140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AU" sz="140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AU" sz="1400" dirty="0">
                  <a:latin typeface="+mn-lt"/>
                </a:endParaRPr>
              </a:p>
              <a:p>
                <a:endParaRPr lang="en-AU" sz="1400" dirty="0">
                  <a:latin typeface="+mn-lt"/>
                </a:endParaRPr>
              </a:p>
              <a:p>
                <a:r>
                  <a:rPr lang="en-AU" sz="1400" dirty="0"/>
                  <a:t>In </a:t>
                </a:r>
                <a:r>
                  <a:rPr lang="en-AU" sz="1400" u="sng" dirty="0"/>
                  <a:t>unsupervised</a:t>
                </a:r>
                <a:r>
                  <a:rPr lang="en-AU" sz="1400" dirty="0"/>
                  <a:t> learning, the outputs are not known and therefore </a:t>
                </a:r>
                <a14:m>
                  <m:oMath xmlns:m="http://schemas.openxmlformats.org/officeDocument/2006/math">
                    <m:r>
                      <a:rPr lang="en-AU" sz="140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AU" sz="1400" dirty="0"/>
                  <a:t> can’t be found. Instead, </a:t>
                </a:r>
                <a:r>
                  <a:rPr lang="en-AU" sz="1400" dirty="0">
                    <a:highlight>
                      <a:srgbClr val="FFFF00"/>
                    </a:highlight>
                  </a:rPr>
                  <a:t>objective is to discover patterns in the data.</a:t>
                </a:r>
              </a:p>
              <a:p>
                <a:endParaRPr lang="en-AU" sz="1400" dirty="0"/>
              </a:p>
              <a:p>
                <a:r>
                  <a:rPr lang="en-AU" sz="1400" dirty="0"/>
                  <a:t>There is a third class of learning called </a:t>
                </a:r>
                <a:r>
                  <a:rPr lang="en-AU" sz="1400" u="sng" dirty="0"/>
                  <a:t>reinforcement </a:t>
                </a:r>
                <a:r>
                  <a:rPr lang="en-AU" sz="1400" dirty="0"/>
                  <a:t>learning which relies on feedback from the environment in response to an action taken by the machine to discover the model parameters. </a:t>
                </a:r>
                <a:r>
                  <a:rPr lang="en-AU" sz="1400" dirty="0" err="1"/>
                  <a:t>Eg</a:t>
                </a:r>
                <a:r>
                  <a:rPr lang="en-AU" sz="1400" dirty="0"/>
                  <a:t> a scoring function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3BFD19B-AD0C-2855-5018-D83CAE1441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77850" y="1390087"/>
                <a:ext cx="4764124" cy="3194612"/>
              </a:xfrm>
              <a:blipFill>
                <a:blip r:embed="rId2"/>
                <a:stretch>
                  <a:fillRect l="-2394" t="-1587" r="-31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row: Right 5">
            <a:extLst>
              <a:ext uri="{FF2B5EF4-FFF2-40B4-BE49-F238E27FC236}">
                <a16:creationId xmlns:a16="http://schemas.microsoft.com/office/drawing/2014/main" id="{43613489-DC3B-CA4B-876E-0D2625490798}"/>
              </a:ext>
            </a:extLst>
          </p:cNvPr>
          <p:cNvSpPr/>
          <p:nvPr/>
        </p:nvSpPr>
        <p:spPr>
          <a:xfrm>
            <a:off x="5862035" y="2232349"/>
            <a:ext cx="811529" cy="535970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rtl="0"/>
            <a:r>
              <a:rPr lang="en-AU" sz="1350" kern="1200" dirty="0">
                <a:solidFill>
                  <a:srgbClr val="FFFFFF"/>
                </a:solidFill>
                <a:latin typeface="Gill Sans MT" panose="020B0502020104020203"/>
              </a:rPr>
              <a:t>inputs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2B9EF6-1E07-5B72-68CD-04271AE22442}"/>
              </a:ext>
            </a:extLst>
          </p:cNvPr>
          <p:cNvSpPr/>
          <p:nvPr/>
        </p:nvSpPr>
        <p:spPr>
          <a:xfrm>
            <a:off x="6673565" y="1849444"/>
            <a:ext cx="1223010" cy="125158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rtl="0"/>
            <a:endParaRPr lang="en-AU" sz="1350" kern="1200">
              <a:solidFill>
                <a:srgbClr val="FFFFFF"/>
              </a:solidFill>
              <a:latin typeface="Gill Sans MT" panose="020B0502020104020203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39E8CE7-A368-4BAC-A8E1-9E33AD48F75E}"/>
              </a:ext>
            </a:extLst>
          </p:cNvPr>
          <p:cNvSpPr/>
          <p:nvPr/>
        </p:nvSpPr>
        <p:spPr>
          <a:xfrm>
            <a:off x="7896575" y="2246636"/>
            <a:ext cx="989330" cy="507831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rtl="0"/>
            <a:r>
              <a:rPr lang="en-AU" sz="1350" kern="1200" dirty="0">
                <a:solidFill>
                  <a:srgbClr val="FFFFFF"/>
                </a:solidFill>
                <a:latin typeface="Gill Sans MT" panose="020B0502020104020203"/>
              </a:rPr>
              <a:t>outputs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2CCED40-CBAD-5601-CC87-11632A0E750C}"/>
                  </a:ext>
                </a:extLst>
              </p:cNvPr>
              <p:cNvSpPr txBox="1"/>
              <p:nvPr/>
            </p:nvSpPr>
            <p:spPr>
              <a:xfrm>
                <a:off x="6782152" y="2201944"/>
                <a:ext cx="1028699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685800" rtl="0"/>
                <a:r>
                  <a:rPr lang="en-AU" sz="1350" kern="1200" dirty="0">
                    <a:solidFill>
                      <a:srgbClr val="000000"/>
                    </a:solidFill>
                    <a:latin typeface="Gill Sans MT" panose="020B0502020104020203"/>
                    <a:ea typeface="+mn-ea"/>
                    <a:cs typeface="+mn-cs"/>
                  </a:rPr>
                  <a:t>Model</a:t>
                </a:r>
              </a:p>
              <a:p>
                <a:pPr algn="ctr" defTabSz="685800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350" i="1" kern="1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lang="en-AU" sz="1350" i="1" kern="1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en-AU" sz="135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AU" sz="135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e>
                        <m:sub>
                          <m:r>
                            <a:rPr lang="en-AU" sz="135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AU" sz="135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en-AU" sz="135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AU" sz="1350" kern="1200" dirty="0">
                  <a:solidFill>
                    <a:srgbClr val="000000"/>
                  </a:solidFill>
                  <a:latin typeface="Gill Sans MT" panose="020B0502020104020203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E5D0A9C-CEBC-8C93-6FBD-FA5107044A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2152" y="2201944"/>
                <a:ext cx="1028699" cy="507831"/>
              </a:xfrm>
              <a:prstGeom prst="rect">
                <a:avLst/>
              </a:prstGeom>
              <a:blipFill>
                <a:blip r:embed="rId3"/>
                <a:stretch>
                  <a:fillRect t="-2439" b="-4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A5AB72C4-7700-9475-1FE3-47E85E83CE12}"/>
              </a:ext>
            </a:extLst>
          </p:cNvPr>
          <p:cNvSpPr txBox="1"/>
          <p:nvPr/>
        </p:nvSpPr>
        <p:spPr>
          <a:xfrm>
            <a:off x="5909467" y="1298066"/>
            <a:ext cx="301580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685800" rtl="0"/>
            <a:r>
              <a:rPr lang="en-AU" sz="1350" b="1" kern="1200" dirty="0">
                <a:solidFill>
                  <a:srgbClr val="000000"/>
                </a:solidFill>
                <a:latin typeface="Gill Sans MT" panose="020B0502020104020203"/>
                <a:ea typeface="+mn-ea"/>
                <a:cs typeface="+mn-cs"/>
              </a:rPr>
              <a:t>Supervised Learning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355008-3063-18FB-8BB5-E6EB0A152213}"/>
              </a:ext>
            </a:extLst>
          </p:cNvPr>
          <p:cNvSpPr txBox="1"/>
          <p:nvPr/>
        </p:nvSpPr>
        <p:spPr>
          <a:xfrm>
            <a:off x="5884898" y="1994535"/>
            <a:ext cx="77290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685800" rtl="0"/>
            <a:r>
              <a:rPr lang="en-AU" sz="1350" kern="1200" dirty="0">
                <a:solidFill>
                  <a:srgbClr val="000000"/>
                </a:solidFill>
                <a:latin typeface="Gill Sans MT" panose="020B0502020104020203"/>
                <a:ea typeface="+mn-ea"/>
                <a:cs typeface="+mn-cs"/>
              </a:rPr>
              <a:t>(known)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9B5127-2B76-D13F-BE13-9FABF6590120}"/>
              </a:ext>
            </a:extLst>
          </p:cNvPr>
          <p:cNvSpPr txBox="1"/>
          <p:nvPr/>
        </p:nvSpPr>
        <p:spPr>
          <a:xfrm>
            <a:off x="7919438" y="2001589"/>
            <a:ext cx="77290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685800" rtl="0"/>
            <a:r>
              <a:rPr lang="en-AU" sz="1350" kern="1200" dirty="0">
                <a:solidFill>
                  <a:srgbClr val="000000"/>
                </a:solidFill>
                <a:latin typeface="Gill Sans MT" panose="020B0502020104020203"/>
                <a:ea typeface="+mn-ea"/>
                <a:cs typeface="+mn-cs"/>
              </a:rPr>
              <a:t>(known)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FE8DB320-3DFD-49C6-8553-667B22861A1F}"/>
              </a:ext>
            </a:extLst>
          </p:cNvPr>
          <p:cNvSpPr/>
          <p:nvPr/>
        </p:nvSpPr>
        <p:spPr>
          <a:xfrm>
            <a:off x="5909467" y="4047383"/>
            <a:ext cx="742950" cy="450628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rtl="0"/>
            <a:r>
              <a:rPr lang="en-AU" sz="1350" kern="1200" dirty="0">
                <a:solidFill>
                  <a:srgbClr val="FFFFFF"/>
                </a:solidFill>
                <a:latin typeface="Gill Sans MT" panose="020B0502020104020203"/>
              </a:rPr>
              <a:t>inputs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5B8DBB-42FA-9C7A-0272-8E07A4DA5C4F}"/>
              </a:ext>
            </a:extLst>
          </p:cNvPr>
          <p:cNvSpPr/>
          <p:nvPr/>
        </p:nvSpPr>
        <p:spPr>
          <a:xfrm>
            <a:off x="6673565" y="3608322"/>
            <a:ext cx="1223010" cy="125158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rtl="0"/>
            <a:endParaRPr lang="en-AU" sz="1350" kern="1200">
              <a:solidFill>
                <a:srgbClr val="FFFFFF"/>
              </a:solidFill>
              <a:latin typeface="Gill Sans MT" panose="020B0502020104020203"/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33B6192A-B8C4-D4DD-B13C-96DF9D1D0204}"/>
              </a:ext>
            </a:extLst>
          </p:cNvPr>
          <p:cNvSpPr/>
          <p:nvPr/>
        </p:nvSpPr>
        <p:spPr>
          <a:xfrm>
            <a:off x="7896574" y="4005515"/>
            <a:ext cx="1028699" cy="492496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rtl="0"/>
            <a:r>
              <a:rPr lang="en-AU" sz="1350" kern="1200" dirty="0">
                <a:solidFill>
                  <a:srgbClr val="FFFFFF"/>
                </a:solidFill>
                <a:latin typeface="Gill Sans MT" panose="020B0502020104020203"/>
              </a:rPr>
              <a:t>outputs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F835B18-A2DA-9079-CE19-E542034E4834}"/>
                  </a:ext>
                </a:extLst>
              </p:cNvPr>
              <p:cNvSpPr txBox="1"/>
              <p:nvPr/>
            </p:nvSpPr>
            <p:spPr>
              <a:xfrm>
                <a:off x="6782152" y="3960822"/>
                <a:ext cx="1028699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685800" rtl="0"/>
                <a:r>
                  <a:rPr lang="en-AU" sz="1350" kern="1200" dirty="0">
                    <a:solidFill>
                      <a:srgbClr val="000000"/>
                    </a:solidFill>
                    <a:latin typeface="Gill Sans MT" panose="020B0502020104020203"/>
                    <a:ea typeface="+mn-ea"/>
                    <a:cs typeface="+mn-cs"/>
                  </a:rPr>
                  <a:t>Model</a:t>
                </a:r>
              </a:p>
              <a:p>
                <a:pPr algn="ctr" defTabSz="685800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350" i="1" kern="1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lang="en-AU" sz="1350" i="1" kern="1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en-AU" sz="135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AU" sz="135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e>
                        <m:sub>
                          <m:r>
                            <a:rPr lang="en-AU" sz="135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AU" sz="135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en-AU" sz="135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AU" sz="1350" kern="1200" dirty="0">
                  <a:solidFill>
                    <a:srgbClr val="000000"/>
                  </a:solidFill>
                  <a:latin typeface="Gill Sans MT" panose="020B0502020104020203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A9885AF-4159-71C6-C10A-38684B2BEF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2152" y="3960822"/>
                <a:ext cx="1028699" cy="507831"/>
              </a:xfrm>
              <a:prstGeom prst="rect">
                <a:avLst/>
              </a:prstGeom>
              <a:blipFill>
                <a:blip r:embed="rId4"/>
                <a:stretch>
                  <a:fillRect t="-2500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C02FA370-3185-1298-87C0-2C37A6B5F49A}"/>
              </a:ext>
            </a:extLst>
          </p:cNvPr>
          <p:cNvSpPr txBox="1"/>
          <p:nvPr/>
        </p:nvSpPr>
        <p:spPr>
          <a:xfrm>
            <a:off x="5909467" y="3278370"/>
            <a:ext cx="237864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685800" rtl="0"/>
            <a:r>
              <a:rPr lang="en-AU" sz="1350" b="1" kern="1200" dirty="0">
                <a:solidFill>
                  <a:srgbClr val="000000"/>
                </a:solidFill>
                <a:latin typeface="Gill Sans MT" panose="020B0502020104020203"/>
                <a:ea typeface="+mn-ea"/>
                <a:cs typeface="+mn-cs"/>
              </a:rPr>
              <a:t>Unsupervised Learning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1EC190-1A7F-430D-8DAF-7C6DB840B51D}"/>
              </a:ext>
            </a:extLst>
          </p:cNvPr>
          <p:cNvSpPr txBox="1"/>
          <p:nvPr/>
        </p:nvSpPr>
        <p:spPr>
          <a:xfrm>
            <a:off x="5884898" y="3728515"/>
            <a:ext cx="77290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685800" rtl="0"/>
            <a:r>
              <a:rPr lang="en-AU" sz="1350" kern="1200" dirty="0">
                <a:solidFill>
                  <a:srgbClr val="000000"/>
                </a:solidFill>
                <a:latin typeface="Gill Sans MT" panose="020B0502020104020203"/>
                <a:ea typeface="+mn-ea"/>
                <a:cs typeface="+mn-cs"/>
              </a:rPr>
              <a:t>(known)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666709-BD3C-EACB-25C7-E2EAA598321E}"/>
              </a:ext>
            </a:extLst>
          </p:cNvPr>
          <p:cNvSpPr txBox="1"/>
          <p:nvPr/>
        </p:nvSpPr>
        <p:spPr>
          <a:xfrm>
            <a:off x="7917723" y="3753413"/>
            <a:ext cx="94602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685800" rtl="0"/>
            <a:r>
              <a:rPr lang="en-AU" sz="1350" kern="1200" dirty="0">
                <a:solidFill>
                  <a:srgbClr val="000000"/>
                </a:solidFill>
                <a:latin typeface="Gill Sans MT" panose="020B0502020104020203"/>
                <a:ea typeface="+mn-ea"/>
                <a:cs typeface="+mn-cs"/>
              </a:rPr>
              <a:t>(</a:t>
            </a:r>
            <a:r>
              <a:rPr lang="en-AU" sz="1350" kern="1200" dirty="0">
                <a:solidFill>
                  <a:srgbClr val="000000"/>
                </a:solidFill>
                <a:highlight>
                  <a:srgbClr val="FFFF00"/>
                </a:highlight>
                <a:latin typeface="Gill Sans MT" panose="020B0502020104020203"/>
                <a:ea typeface="+mn-ea"/>
                <a:cs typeface="+mn-cs"/>
              </a:rPr>
              <a:t>unknown</a:t>
            </a:r>
            <a:r>
              <a:rPr lang="en-AU" sz="1350" kern="1200" dirty="0">
                <a:solidFill>
                  <a:srgbClr val="000000"/>
                </a:solidFill>
                <a:latin typeface="Gill Sans MT" panose="020B0502020104020203"/>
                <a:ea typeface="+mn-ea"/>
                <a:cs typeface="+mn-cs"/>
              </a:rPr>
              <a:t>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52BC23-DE8D-1C18-6C6D-75F300AAD6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01471" y="4953080"/>
            <a:ext cx="341530" cy="1871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kern="0"/>
            </a:defPPr>
            <a:lvl1pPr algn="r">
              <a:defRPr lang="en-US" sz="600" smtClean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603CDE5-C1D8-4EDD-870F-A498BAFA520F}" type="slidenum">
              <a:rPr lang="en-AU" smtClean="0"/>
              <a:pPr/>
              <a:t>23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78696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FD6A2-A738-72B1-F793-44380A2A1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9CF6462-9047-129B-077B-335AC0AC7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736598"/>
            <a:ext cx="7988300" cy="369332"/>
          </a:xfrm>
        </p:spPr>
        <p:txBody>
          <a:bodyPr/>
          <a:lstStyle/>
          <a:p>
            <a:r>
              <a:rPr lang="en-AU" dirty="0"/>
              <a:t>Abstract view of machine learning: Deployment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D5932FA-8F9B-6C8D-FC1E-2617C8681C6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77850" y="1390087"/>
                <a:ext cx="4764124" cy="3194612"/>
              </a:xfrm>
            </p:spPr>
            <p:txBody>
              <a:bodyPr/>
              <a:lstStyle/>
              <a:p>
                <a:r>
                  <a:rPr lang="en-AU" sz="1400" dirty="0">
                    <a:latin typeface="+mn-lt"/>
                  </a:rPr>
                  <a:t>After training, we have the “best” setting for </a:t>
                </a:r>
                <a14:m>
                  <m:oMath xmlns:m="http://schemas.openxmlformats.org/officeDocument/2006/math">
                    <m:r>
                      <a:rPr lang="en-AU" sz="14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AU" sz="1400" dirty="0">
                    <a:latin typeface="+mn-lt"/>
                  </a:rPr>
                  <a:t> and are now ready to deploy the model.  This stage is also called “generalisation”.</a:t>
                </a:r>
              </a:p>
              <a:p>
                <a:endParaRPr lang="en-AU" sz="1400" dirty="0">
                  <a:latin typeface="+mn-lt"/>
                </a:endParaRPr>
              </a:p>
              <a:p>
                <a:r>
                  <a:rPr lang="en-AU" sz="1400" dirty="0">
                    <a:latin typeface="+mn-lt"/>
                  </a:rPr>
                  <a:t>For instance:</a:t>
                </a:r>
              </a:p>
              <a:p>
                <a:pPr lvl="1"/>
                <a:r>
                  <a:rPr lang="en-AU" sz="1400" dirty="0"/>
                  <a:t>A human driver would train a self-driving car.  After training, it would (hopefully) be ready to drive itself.</a:t>
                </a:r>
              </a:p>
              <a:p>
                <a:pPr lvl="1"/>
                <a:r>
                  <a:rPr lang="en-AU" sz="1400" dirty="0"/>
                  <a:t>C3PO would be shown many pictures of R2D2 and Luke for training.  After training, he would be able to tell them apart.</a:t>
                </a:r>
              </a:p>
              <a:p>
                <a:pPr lvl="1"/>
                <a:r>
                  <a:rPr lang="en-AU" sz="1400" dirty="0"/>
                  <a:t>Google Home would be trained to recognize human speech through many example phrases spoken by different people.  After training, it’s able to recognize speech spoken by anyone.</a:t>
                </a:r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D5932FA-8F9B-6C8D-FC1E-2617C8681C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77850" y="1390087"/>
                <a:ext cx="4764124" cy="3194612"/>
              </a:xfrm>
              <a:blipFill>
                <a:blip r:embed="rId2"/>
                <a:stretch>
                  <a:fillRect l="-2394" t="-1587" r="-2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row: Right 5">
            <a:extLst>
              <a:ext uri="{FF2B5EF4-FFF2-40B4-BE49-F238E27FC236}">
                <a16:creationId xmlns:a16="http://schemas.microsoft.com/office/drawing/2014/main" id="{C4F4B9CA-9EAE-2D18-2D9B-1FC33D540867}"/>
              </a:ext>
            </a:extLst>
          </p:cNvPr>
          <p:cNvSpPr/>
          <p:nvPr/>
        </p:nvSpPr>
        <p:spPr>
          <a:xfrm>
            <a:off x="5697126" y="2787093"/>
            <a:ext cx="859380" cy="535970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rtl="0"/>
            <a:r>
              <a:rPr lang="en-AU" sz="1350" kern="1200" dirty="0">
                <a:solidFill>
                  <a:srgbClr val="FFFFFF"/>
                </a:solidFill>
                <a:latin typeface="Gill Sans MT" panose="020B0502020104020203"/>
              </a:rPr>
              <a:t>inputs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378BE4-3563-89FB-7FBC-C41F2F13F3EC}"/>
              </a:ext>
            </a:extLst>
          </p:cNvPr>
          <p:cNvSpPr/>
          <p:nvPr/>
        </p:nvSpPr>
        <p:spPr>
          <a:xfrm>
            <a:off x="6642230" y="2404188"/>
            <a:ext cx="1223010" cy="125158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rtl="0"/>
            <a:endParaRPr lang="en-AU" sz="1350" kern="1200">
              <a:solidFill>
                <a:srgbClr val="FFFFFF"/>
              </a:solidFill>
              <a:latin typeface="Gill Sans MT" panose="020B0502020104020203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46C51554-3C03-EB68-696D-16461AD142B3}"/>
              </a:ext>
            </a:extLst>
          </p:cNvPr>
          <p:cNvSpPr/>
          <p:nvPr/>
        </p:nvSpPr>
        <p:spPr>
          <a:xfrm>
            <a:off x="7942484" y="2801380"/>
            <a:ext cx="912085" cy="507831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rtl="0"/>
            <a:r>
              <a:rPr lang="en-AU" sz="1350" kern="1200" dirty="0">
                <a:solidFill>
                  <a:srgbClr val="FFFFFF"/>
                </a:solidFill>
                <a:latin typeface="Gill Sans MT" panose="020B0502020104020203"/>
              </a:rPr>
              <a:t>outputs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1C403E-9E79-336B-9203-0B675162D70A}"/>
                  </a:ext>
                </a:extLst>
              </p:cNvPr>
              <p:cNvSpPr txBox="1"/>
              <p:nvPr/>
            </p:nvSpPr>
            <p:spPr>
              <a:xfrm>
                <a:off x="6750817" y="2756688"/>
                <a:ext cx="1028699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685800" rtl="0"/>
                <a:r>
                  <a:rPr lang="en-AU" sz="1350" kern="1200" dirty="0">
                    <a:solidFill>
                      <a:srgbClr val="000000"/>
                    </a:solidFill>
                    <a:latin typeface="Gill Sans MT" panose="020B0502020104020203"/>
                    <a:ea typeface="+mn-ea"/>
                    <a:cs typeface="+mn-cs"/>
                  </a:rPr>
                  <a:t>Model</a:t>
                </a:r>
              </a:p>
              <a:p>
                <a:pPr algn="ctr" defTabSz="685800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350" i="1" kern="1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lang="en-AU" sz="1350" i="1" kern="1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en-AU" sz="135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AU" sz="135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e>
                        <m:sub>
                          <m:r>
                            <a:rPr lang="en-AU" sz="135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AU" sz="135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en-AU" sz="135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AU" sz="1350" kern="1200" dirty="0">
                  <a:solidFill>
                    <a:srgbClr val="000000"/>
                  </a:solidFill>
                  <a:latin typeface="Gill Sans MT" panose="020B0502020104020203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1C403E-9E79-336B-9203-0B675162D7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0817" y="2756688"/>
                <a:ext cx="1028699" cy="507831"/>
              </a:xfrm>
              <a:prstGeom prst="rect">
                <a:avLst/>
              </a:prstGeom>
              <a:blipFill>
                <a:blip r:embed="rId3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7AC4C5C3-7292-BD1A-C924-5AA64C6AF8EB}"/>
              </a:ext>
            </a:extLst>
          </p:cNvPr>
          <p:cNvSpPr txBox="1"/>
          <p:nvPr/>
        </p:nvSpPr>
        <p:spPr>
          <a:xfrm>
            <a:off x="5719117" y="2508524"/>
            <a:ext cx="58920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685800" rtl="0"/>
            <a:r>
              <a:rPr lang="en-AU" sz="1350" kern="1200" dirty="0">
                <a:solidFill>
                  <a:srgbClr val="000000"/>
                </a:solidFill>
                <a:latin typeface="Gill Sans MT" panose="020B0502020104020203"/>
                <a:ea typeface="+mn-ea"/>
                <a:cs typeface="+mn-cs"/>
              </a:rPr>
              <a:t>(new)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A8615C-C4F0-EC1D-5F32-2C4C4B5DDD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01471" y="4953080"/>
            <a:ext cx="341530" cy="1871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kern="0"/>
            </a:defPPr>
            <a:lvl1pPr algn="r">
              <a:defRPr lang="en-US" sz="600" smtClean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603CDE5-C1D8-4EDD-870F-A498BAFA520F}" type="slidenum">
              <a:rPr lang="en-AU" smtClean="0"/>
              <a:pPr/>
              <a:t>24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15635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42260-8711-D056-C2F2-D790E19C5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C2A163-D122-0FAD-2F03-9AAD47B29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736598"/>
            <a:ext cx="7988300" cy="738664"/>
          </a:xfrm>
        </p:spPr>
        <p:txBody>
          <a:bodyPr/>
          <a:lstStyle/>
          <a:p>
            <a:r>
              <a:rPr lang="en-AU" dirty="0"/>
              <a:t>Keys to the Rapid Development of ML</a:t>
            </a:r>
            <a:br>
              <a:rPr lang="en-AU" dirty="0"/>
            </a:b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5CA965A-BE99-A16B-807A-B7835BD5E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7850" y="1311610"/>
            <a:ext cx="7988300" cy="3273089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AU" sz="1400" b="1" dirty="0"/>
              <a:t>1. Acceptance That Explanation is Not Always Necessary</a:t>
            </a:r>
          </a:p>
          <a:p>
            <a:pPr marL="0" indent="0">
              <a:buNone/>
            </a:pPr>
            <a:r>
              <a:rPr lang="en-AU" sz="1400" dirty="0"/>
              <a:t>Engineers and scientists traditionally sought to understand model functionality.</a:t>
            </a:r>
          </a:p>
          <a:p>
            <a:pPr marL="0" indent="0">
              <a:buNone/>
            </a:pPr>
            <a:r>
              <a:rPr lang="en-AU" sz="1400" dirty="0"/>
              <a:t>ML shows that sometimes, we only need to know it works reliably, even without full explanations.</a:t>
            </a:r>
          </a:p>
          <a:p>
            <a:pPr marL="0" indent="0">
              <a:buNone/>
            </a:pPr>
            <a:r>
              <a:rPr lang="en-AU" sz="1400" dirty="0"/>
              <a:t>Example: In smartphones, users care only that facial recognition works accurately, not how it does.</a:t>
            </a:r>
          </a:p>
          <a:p>
            <a:pPr marL="0" indent="0">
              <a:buNone/>
            </a:pPr>
            <a:endParaRPr lang="en-AU" sz="1400" dirty="0"/>
          </a:p>
          <a:p>
            <a:pPr marL="0" indent="0">
              <a:buNone/>
            </a:pPr>
            <a:r>
              <a:rPr lang="en-AU" sz="1400" b="1" dirty="0"/>
              <a:t>2. Advances in Algorithms and Computational Power</a:t>
            </a:r>
          </a:p>
          <a:p>
            <a:pPr marL="0" indent="0">
              <a:buNone/>
            </a:pPr>
            <a:r>
              <a:rPr lang="en-AU" sz="1400" dirty="0"/>
              <a:t>In the 1990s, neural networks and deep learning were possible but computationally impractical.</a:t>
            </a:r>
          </a:p>
          <a:p>
            <a:pPr marL="0" indent="0">
              <a:buNone/>
            </a:pPr>
            <a:r>
              <a:rPr lang="en-AU" sz="1400" dirty="0"/>
              <a:t>Today, GPUs and TPUs enable massive parallel computing, making complex models trainable in hours. For example, image recognition that once needed supercomputers can now be done on a standard laptop.</a:t>
            </a:r>
          </a:p>
          <a:p>
            <a:pPr marL="0" indent="0">
              <a:buNone/>
            </a:pPr>
            <a:endParaRPr lang="en-AU" sz="1400" dirty="0"/>
          </a:p>
          <a:p>
            <a:pPr marL="0" indent="0">
              <a:buNone/>
            </a:pPr>
            <a:r>
              <a:rPr lang="en-AU" sz="1400" b="1" dirty="0"/>
              <a:t>3. Explosion of Data Availability</a:t>
            </a:r>
          </a:p>
          <a:p>
            <a:pPr marL="0" indent="0">
              <a:buNone/>
            </a:pPr>
            <a:r>
              <a:rPr lang="en-AU" sz="1400" dirty="0"/>
              <a:t>ML models need large datasets to train effectively.</a:t>
            </a:r>
          </a:p>
          <a:p>
            <a:pPr marL="0" indent="0">
              <a:buNone/>
            </a:pPr>
            <a:r>
              <a:rPr lang="en-AU" sz="1400" dirty="0"/>
              <a:t>In the 90s, data collection was limited, but today, IoT, smartphones, and online platforms generate vast amounts of data. Example: Self-driving cars—modern ML models continuously improve as they process millions of miles of real-world driving data.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4A7381-9345-23C3-3E0F-A4782C41BF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01471" y="4953080"/>
            <a:ext cx="341530" cy="1871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kern="0"/>
            </a:defPPr>
            <a:lvl1pPr algn="r">
              <a:defRPr lang="en-US" sz="600" smtClean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603CDE5-C1D8-4EDD-870F-A498BAFA520F}" type="slidenum">
              <a:rPr lang="en-AU" smtClean="0"/>
              <a:pPr/>
              <a:t>25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518138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42260-8711-D056-C2F2-D790E19C5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C2A163-D122-0FAD-2F03-9AAD47B29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736598"/>
            <a:ext cx="7988300" cy="369332"/>
          </a:xfrm>
        </p:spPr>
        <p:txBody>
          <a:bodyPr/>
          <a:lstStyle/>
          <a:p>
            <a:pPr marL="0" indent="0">
              <a:buNone/>
            </a:pPr>
            <a:r>
              <a:rPr lang="en-AU" sz="2400" dirty="0"/>
              <a:t>Traditional Methods Still Matter - Shouldn’t Discard Them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5CA965A-BE99-A16B-807A-B7835BD5E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7850" y="1311610"/>
            <a:ext cx="7988300" cy="3273089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AU" sz="1400" b="1" dirty="0"/>
              <a:t>1. If a Traditional Model Works, Keep It</a:t>
            </a:r>
          </a:p>
          <a:p>
            <a:pPr marL="0" indent="0">
              <a:buNone/>
            </a:pPr>
            <a:r>
              <a:rPr lang="en-AU" sz="1400" dirty="0"/>
              <a:t>Many engineering problems have established analytical models that are efficient and reliable.</a:t>
            </a:r>
          </a:p>
          <a:p>
            <a:pPr marL="0" indent="0">
              <a:buNone/>
            </a:pPr>
            <a:r>
              <a:rPr lang="en-AU" sz="1400" dirty="0"/>
              <a:t>ML should not replace these methods unless it offers a clear advantage. For example, in structural engineering, finite element analysis (FEA) is understood and reliable, so ML may not provide significant value.</a:t>
            </a:r>
          </a:p>
          <a:p>
            <a:pPr marL="0" indent="0">
              <a:buNone/>
            </a:pPr>
            <a:endParaRPr lang="en-AU" sz="1400" dirty="0"/>
          </a:p>
          <a:p>
            <a:pPr marL="0" indent="0">
              <a:buNone/>
            </a:pPr>
            <a:r>
              <a:rPr lang="en-AU" sz="1400" b="1" dirty="0"/>
              <a:t>2. Engineers Must Still Learn Traditional Methods</a:t>
            </a:r>
          </a:p>
          <a:p>
            <a:pPr marL="0" indent="0">
              <a:buNone/>
            </a:pPr>
            <a:r>
              <a:rPr lang="en-AU" sz="1400" dirty="0"/>
              <a:t>Many ML models are black boxes, meaning they lack the interpretability of traditional models.</a:t>
            </a:r>
          </a:p>
          <a:p>
            <a:pPr marL="0" indent="0">
              <a:buNone/>
            </a:pPr>
            <a:r>
              <a:rPr lang="en-AU" sz="1400" dirty="0"/>
              <a:t>Understanding fundamental engineering principles is crucial for verifying ML outputs.</a:t>
            </a:r>
          </a:p>
          <a:p>
            <a:pPr marL="0" indent="0">
              <a:buNone/>
            </a:pPr>
            <a:r>
              <a:rPr lang="en-AU" sz="1400" dirty="0"/>
              <a:t>Example: ML can predict turbulence patterns in fluid mechanics, but engineers still need to understand Navier-Stokes equations to validate results.</a:t>
            </a:r>
          </a:p>
          <a:p>
            <a:pPr marL="0" indent="0">
              <a:buNone/>
            </a:pPr>
            <a:endParaRPr lang="en-AU" sz="1400" dirty="0"/>
          </a:p>
          <a:p>
            <a:pPr marL="0" indent="0">
              <a:buNone/>
            </a:pPr>
            <a:r>
              <a:rPr lang="en-AU" sz="1400" dirty="0"/>
              <a:t>3</a:t>
            </a:r>
            <a:r>
              <a:rPr lang="en-AU" sz="1400" b="1" dirty="0"/>
              <a:t>. Hybrid Approaches Are the Future</a:t>
            </a:r>
          </a:p>
          <a:p>
            <a:pPr marL="0" indent="0">
              <a:buNone/>
            </a:pPr>
            <a:r>
              <a:rPr lang="en-AU" sz="1400" dirty="0"/>
              <a:t>The best engineering solutions often combine traditional models with ML.</a:t>
            </a:r>
          </a:p>
          <a:p>
            <a:pPr marL="0" indent="0">
              <a:buNone/>
            </a:pPr>
            <a:r>
              <a:rPr lang="en-AU" sz="1400" dirty="0"/>
              <a:t>Example: Predictive maintenance in aviation—traditional physics-based failure models combined with ML anomaly detection create more accurate and reliable predictions.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F5A378-20C0-2CC3-41F7-3E6016F49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01471" y="4953080"/>
            <a:ext cx="341530" cy="1871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kern="0"/>
            </a:defPPr>
            <a:lvl1pPr algn="r">
              <a:defRPr lang="en-US" sz="600" smtClean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603CDE5-C1D8-4EDD-870F-A498BAFA520F}" type="slidenum">
              <a:rPr lang="en-AU" smtClean="0"/>
              <a:pPr/>
              <a:t>26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507185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2FA1BC9-FCDC-75A4-04EA-92F3AEC950B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U" dirty="0"/>
              <a:t>Project Work</a:t>
            </a:r>
          </a:p>
        </p:txBody>
      </p:sp>
    </p:spTree>
    <p:extLst>
      <p:ext uri="{BB962C8B-B14F-4D97-AF65-F5344CB8AC3E}">
        <p14:creationId xmlns:p14="http://schemas.microsoft.com/office/powerpoint/2010/main" val="6373579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BD9A6-34A8-1309-C6B9-89D54308A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736598"/>
            <a:ext cx="7988300" cy="369332"/>
          </a:xfrm>
        </p:spPr>
        <p:txBody>
          <a:bodyPr/>
          <a:lstStyle/>
          <a:p>
            <a:r>
              <a:rPr lang="en-AU" dirty="0"/>
              <a:t>Aims of the Group Project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B0B204-A0FE-C585-494B-DA6530EC83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 dirty="0"/>
              <a:t>Learn to work in a team of diverse people</a:t>
            </a:r>
          </a:p>
          <a:p>
            <a:pPr lvl="1"/>
            <a:r>
              <a:rPr lang="en-AU" dirty="0"/>
              <a:t>There’s a separate set of slides on project management that you can use as guidance on how to run your project</a:t>
            </a:r>
          </a:p>
          <a:p>
            <a:r>
              <a:rPr lang="en-AU" dirty="0"/>
              <a:t>Learn to identify goals in a project that are ambitious but achievable</a:t>
            </a:r>
          </a:p>
          <a:p>
            <a:r>
              <a:rPr lang="en-AU" dirty="0"/>
              <a:t>Learn the importance of a workplan and regular project updates and meetings</a:t>
            </a:r>
          </a:p>
          <a:p>
            <a:r>
              <a:rPr lang="en-AU" dirty="0"/>
              <a:t>Leverage the project to promote your expertise and achievements on LinkedIn</a:t>
            </a:r>
          </a:p>
          <a:p>
            <a:r>
              <a:rPr lang="en-AU" dirty="0"/>
              <a:t>Learn how to use AI as an additional team member (or two)</a:t>
            </a:r>
          </a:p>
          <a:p>
            <a:r>
              <a:rPr lang="en-AU" dirty="0"/>
              <a:t>Learn how AI can be used to solve interesting engineering problems</a:t>
            </a:r>
          </a:p>
        </p:txBody>
      </p:sp>
    </p:spTree>
    <p:extLst>
      <p:ext uri="{BB962C8B-B14F-4D97-AF65-F5344CB8AC3E}">
        <p14:creationId xmlns:p14="http://schemas.microsoft.com/office/powerpoint/2010/main" val="10244565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2CB76-C35F-77C4-7DA7-D0BF756D9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736598"/>
            <a:ext cx="7988300" cy="369332"/>
          </a:xfrm>
        </p:spPr>
        <p:txBody>
          <a:bodyPr/>
          <a:lstStyle/>
          <a:p>
            <a:r>
              <a:rPr lang="en-AU" dirty="0"/>
              <a:t>Career Preparation and Employability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667AEB-4B35-E98C-66EE-E92D845CF9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 dirty="0"/>
              <a:t>Your ultimate aim is to land a fulfilling job. How do you maximize your chances of doing that?</a:t>
            </a:r>
          </a:p>
          <a:p>
            <a:r>
              <a:rPr lang="en-AU" dirty="0"/>
              <a:t>Throughout the project, work on discovering your strengths and weaknesses – how do you amplify those strengths and overcome those weaknesses?</a:t>
            </a:r>
          </a:p>
          <a:p>
            <a:pPr lvl="1"/>
            <a:r>
              <a:rPr lang="en-AU" dirty="0"/>
              <a:t>Teamwork and collegiality</a:t>
            </a:r>
          </a:p>
          <a:p>
            <a:pPr lvl="1"/>
            <a:r>
              <a:rPr lang="en-AU" dirty="0"/>
              <a:t>Written and verbal communications</a:t>
            </a:r>
          </a:p>
          <a:p>
            <a:pPr lvl="1"/>
            <a:r>
              <a:rPr lang="en-AU" dirty="0"/>
              <a:t>Empathy and relating to others</a:t>
            </a:r>
          </a:p>
          <a:p>
            <a:pPr lvl="1"/>
            <a:r>
              <a:rPr lang="en-AU" dirty="0"/>
              <a:t>Work attitude</a:t>
            </a:r>
          </a:p>
          <a:p>
            <a:pPr lvl="1"/>
            <a:r>
              <a:rPr lang="en-AU" dirty="0"/>
              <a:t>Attention to detail</a:t>
            </a:r>
          </a:p>
          <a:p>
            <a:pPr lvl="1"/>
            <a:r>
              <a:rPr lang="en-AU" dirty="0"/>
              <a:t>Technical competency</a:t>
            </a:r>
          </a:p>
          <a:p>
            <a:r>
              <a:rPr lang="en-AU" dirty="0"/>
              <a:t>Even if you’re “only” in second year, it’s not too soon to think about life after graduation. Start preparing for it in this unit of study.</a:t>
            </a:r>
          </a:p>
        </p:txBody>
      </p:sp>
    </p:spTree>
    <p:extLst>
      <p:ext uri="{BB962C8B-B14F-4D97-AF65-F5344CB8AC3E}">
        <p14:creationId xmlns:p14="http://schemas.microsoft.com/office/powerpoint/2010/main" val="30295481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5B633-1130-1FEC-8A11-BD6FD1CEB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736598"/>
            <a:ext cx="7988300" cy="369332"/>
          </a:xfrm>
        </p:spPr>
        <p:txBody>
          <a:bodyPr/>
          <a:lstStyle/>
          <a:p>
            <a:r>
              <a:rPr lang="en-US" dirty="0"/>
              <a:t>Broad Project 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2D457F-5A69-A3C5-2066-A23E297D81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“AI for Good” – we will provide a few tutorial-style papers to get you started.</a:t>
            </a:r>
          </a:p>
          <a:p>
            <a:r>
              <a:rPr lang="en-US" dirty="0"/>
              <a:t>Technical components of project – use AI/ML to solve a problem chosen by your team.</a:t>
            </a:r>
          </a:p>
          <a:p>
            <a:r>
              <a:rPr lang="en-US" dirty="0"/>
              <a:t>Non-technical components – understand how your proposed solutions can impact society both positively and negatively.</a:t>
            </a:r>
          </a:p>
          <a:p>
            <a:r>
              <a:rPr lang="en-US" dirty="0"/>
              <a:t>AI as a learning accelerator – learn to use AI to your advantage.</a:t>
            </a:r>
          </a:p>
          <a:p>
            <a:r>
              <a:rPr lang="en-US" dirty="0"/>
              <a:t>Multi-disciplinary aspects – appreciate that most engineering projects are not confined to one well-defined domain; and that AI/ML is applicable to/disrupting all fields of engineering.</a:t>
            </a:r>
          </a:p>
        </p:txBody>
      </p:sp>
    </p:spTree>
    <p:extLst>
      <p:ext uri="{BB962C8B-B14F-4D97-AF65-F5344CB8AC3E}">
        <p14:creationId xmlns:p14="http://schemas.microsoft.com/office/powerpoint/2010/main" val="31547367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6BD190-76CD-E85B-D6A9-89E7F7D732B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U"/>
              <a:t>Examples of Projects</a:t>
            </a:r>
          </a:p>
        </p:txBody>
      </p:sp>
    </p:spTree>
    <p:extLst>
      <p:ext uri="{BB962C8B-B14F-4D97-AF65-F5344CB8AC3E}">
        <p14:creationId xmlns:p14="http://schemas.microsoft.com/office/powerpoint/2010/main" val="33343323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008E9D-00F6-4CDC-590F-207F897D8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5386" y="1256878"/>
            <a:ext cx="5252720" cy="3372272"/>
          </a:xfrm>
        </p:spPr>
        <p:txBody>
          <a:bodyPr/>
          <a:lstStyle/>
          <a:p>
            <a:r>
              <a:rPr lang="en-AU"/>
              <a:t>Police and military may need to track vehicles or people on the ground using drones</a:t>
            </a:r>
          </a:p>
          <a:p>
            <a:r>
              <a:rPr lang="en-AU" i="1"/>
              <a:t>Technical problem</a:t>
            </a:r>
            <a:r>
              <a:rPr lang="en-AU"/>
              <a:t>: How can multiple drones be used to improve performance over using just one drone? What are the cost-benefit trade-offs?</a:t>
            </a:r>
          </a:p>
          <a:p>
            <a:r>
              <a:rPr lang="en-AU" i="1"/>
              <a:t>Other questions</a:t>
            </a:r>
            <a:r>
              <a:rPr lang="en-AU"/>
              <a:t>: What are the consequences of identification errors? Are these ethically acceptable? Are there legal implications?</a:t>
            </a:r>
          </a:p>
        </p:txBody>
      </p:sp>
      <p:pic>
        <p:nvPicPr>
          <p:cNvPr id="6" name="Picture Placeholder 5" descr="Several drones flying in the sky&#10;&#10;AI-generated content may be incorrect.">
            <a:extLst>
              <a:ext uri="{FF2B5EF4-FFF2-40B4-BE49-F238E27FC236}">
                <a16:creationId xmlns:a16="http://schemas.microsoft.com/office/drawing/2014/main" id="{7A603FEB-70D2-7920-0C0A-FD74D7D074D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2831" r="32831"/>
          <a:stretch>
            <a:fillRect/>
          </a:stretch>
        </p:blipFill>
        <p:spPr/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AEB7287-E6E8-1A9C-34F3-7E0DE0096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514350"/>
            <a:ext cx="5670550" cy="369332"/>
          </a:xfrm>
        </p:spPr>
        <p:txBody>
          <a:bodyPr/>
          <a:lstStyle/>
          <a:p>
            <a:r>
              <a:rPr lang="en-AU"/>
              <a:t>Drones for Surveillance and Tracking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6BCDA3-9A14-AD43-B2C3-5A2D2A96578A}"/>
              </a:ext>
            </a:extLst>
          </p:cNvPr>
          <p:cNvSpPr txBox="1"/>
          <p:nvPr/>
        </p:nvSpPr>
        <p:spPr>
          <a:xfrm>
            <a:off x="6495810" y="5143500"/>
            <a:ext cx="264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00">
                <a:hlinkClick r:id="rId3" tooltip="https://foto.wuestenigel.com/five-drones-in-the-sky-at-sunset-flip-2019/"/>
              </a:rPr>
              <a:t>This Photo</a:t>
            </a:r>
            <a:r>
              <a:rPr lang="en-AU" sz="900"/>
              <a:t> by Unknown Author is licensed under </a:t>
            </a:r>
            <a:r>
              <a:rPr lang="en-AU" sz="900">
                <a:hlinkClick r:id="rId4" tooltip="https://creativecommons.org/licenses/by/3.0/"/>
              </a:rPr>
              <a:t>CC BY</a:t>
            </a:r>
            <a:endParaRPr lang="en-AU" sz="900"/>
          </a:p>
        </p:txBody>
      </p:sp>
    </p:spTree>
    <p:extLst>
      <p:ext uri="{BB962C8B-B14F-4D97-AF65-F5344CB8AC3E}">
        <p14:creationId xmlns:p14="http://schemas.microsoft.com/office/powerpoint/2010/main" val="25330245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2735B-D217-628F-6B6B-1049FC571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5546234-0507-B1E1-9BD5-E0736BAF0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5386" y="1256878"/>
            <a:ext cx="5252720" cy="3372272"/>
          </a:xfrm>
        </p:spPr>
        <p:txBody>
          <a:bodyPr/>
          <a:lstStyle/>
          <a:p>
            <a:r>
              <a:rPr lang="en-AU"/>
              <a:t>Malware and viruses spread from one computer to another and ideally, should be stopped early.</a:t>
            </a:r>
          </a:p>
          <a:p>
            <a:r>
              <a:rPr lang="en-AU" i="1"/>
              <a:t>Technical question</a:t>
            </a:r>
            <a:r>
              <a:rPr lang="en-AU"/>
              <a:t>: Can we use AI operating on network parameters to detect the spread of malware and viruses?</a:t>
            </a:r>
          </a:p>
          <a:p>
            <a:r>
              <a:rPr lang="en-AU" i="1"/>
              <a:t>Other questions</a:t>
            </a:r>
            <a:r>
              <a:rPr lang="en-AU"/>
              <a:t>: Who operates and owns the AI? How would the spread be stopped? What are the costs of stopping the spread?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86F5142-22EF-5718-EC4B-BCB6EC178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514350"/>
            <a:ext cx="5670550" cy="369332"/>
          </a:xfrm>
        </p:spPr>
        <p:txBody>
          <a:bodyPr/>
          <a:lstStyle/>
          <a:p>
            <a:r>
              <a:rPr lang="en-AU"/>
              <a:t>Cybersecurity</a:t>
            </a:r>
          </a:p>
        </p:txBody>
      </p:sp>
      <p:pic>
        <p:nvPicPr>
          <p:cNvPr id="9" name="Picture Placeholder 8" descr="A close-up of a lock&#10;&#10;AI-generated content may be incorrect.">
            <a:extLst>
              <a:ext uri="{FF2B5EF4-FFF2-40B4-BE49-F238E27FC236}">
                <a16:creationId xmlns:a16="http://schemas.microsoft.com/office/drawing/2014/main" id="{31F37A1A-BC5E-2DC0-B3A1-912185B2D58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5682" r="35682"/>
          <a:stretch>
            <a:fillRect/>
          </a:stretch>
        </p:blipFill>
        <p:spPr/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582CA0C-6D81-A7F9-FC30-77CA6BC8237E}"/>
              </a:ext>
            </a:extLst>
          </p:cNvPr>
          <p:cNvSpPr txBox="1"/>
          <p:nvPr/>
        </p:nvSpPr>
        <p:spPr>
          <a:xfrm>
            <a:off x="6495810" y="5143500"/>
            <a:ext cx="264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00">
                <a:hlinkClick r:id="rId3" tooltip="https://www.ictworks.org/4-digital-security-principles-2018-protect-cybersecurity-nightmare/"/>
              </a:rPr>
              <a:t>This Photo</a:t>
            </a:r>
            <a:r>
              <a:rPr lang="en-AU" sz="900"/>
              <a:t> by Unknown Author is licensed under </a:t>
            </a:r>
            <a:r>
              <a:rPr lang="en-AU" sz="900">
                <a:hlinkClick r:id="rId4" tooltip="https://creativecommons.org/licenses/by-nc-sa/3.0/"/>
              </a:rPr>
              <a:t>CC BY-SA-NC</a:t>
            </a:r>
            <a:endParaRPr lang="en-AU" sz="900"/>
          </a:p>
        </p:txBody>
      </p:sp>
    </p:spTree>
    <p:extLst>
      <p:ext uri="{BB962C8B-B14F-4D97-AF65-F5344CB8AC3E}">
        <p14:creationId xmlns:p14="http://schemas.microsoft.com/office/powerpoint/2010/main" val="42167564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28FB4-9A71-B614-F912-F26E66163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E7E1A2-C5A8-FDC6-F82A-DC7F799C4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5386" y="1256878"/>
            <a:ext cx="5252720" cy="3372272"/>
          </a:xfrm>
        </p:spPr>
        <p:txBody>
          <a:bodyPr/>
          <a:lstStyle/>
          <a:p>
            <a:r>
              <a:rPr lang="en-AU"/>
              <a:t>Driver fatigue is a major cause of road accidents. Early detection can save lives.</a:t>
            </a:r>
          </a:p>
          <a:p>
            <a:r>
              <a:rPr lang="en-AU" i="1"/>
              <a:t>Technical question</a:t>
            </a:r>
            <a:r>
              <a:rPr lang="en-AU"/>
              <a:t>: Using onboard cameras and other sensors, can AI be used to detect the early onset of driver fatigue?</a:t>
            </a:r>
          </a:p>
          <a:p>
            <a:r>
              <a:rPr lang="en-AU" i="1"/>
              <a:t>Other questions</a:t>
            </a:r>
            <a:r>
              <a:rPr lang="en-AU"/>
              <a:t>: Will this increase cost substantially? Can we quantify the benefits of this technology in terms of lives saved? What level of false alarm and missed detections can we accept?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E5D54B1-B148-35FD-10E7-D06FC5FF1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514350"/>
            <a:ext cx="5670550" cy="369332"/>
          </a:xfrm>
        </p:spPr>
        <p:txBody>
          <a:bodyPr/>
          <a:lstStyle/>
          <a:p>
            <a:r>
              <a:rPr lang="en-AU"/>
              <a:t>Detecting Driver Fatigue</a:t>
            </a:r>
          </a:p>
        </p:txBody>
      </p:sp>
      <p:pic>
        <p:nvPicPr>
          <p:cNvPr id="14" name="Picture Placeholder 13" descr="A person driving a car&#10;&#10;AI-generated content may be incorrect.">
            <a:extLst>
              <a:ext uri="{FF2B5EF4-FFF2-40B4-BE49-F238E27FC236}">
                <a16:creationId xmlns:a16="http://schemas.microsoft.com/office/drawing/2014/main" id="{3838C1CE-2F85-5818-C6D2-35A0E2F9006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4259" r="2425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6893168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700AB70-A02F-500F-F069-2F0837B631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78560" y="1104053"/>
            <a:ext cx="7387590" cy="3461597"/>
          </a:xfrm>
        </p:spPr>
        <p:txBody>
          <a:bodyPr/>
          <a:lstStyle/>
          <a:p>
            <a:r>
              <a:rPr lang="en-AU"/>
              <a:t>Prediction of stock market index in the future based on past without discussion of how it will be used and the cost of inaccurate predictions, etc.</a:t>
            </a:r>
          </a:p>
          <a:p>
            <a:r>
              <a:rPr lang="en-AU"/>
              <a:t>Classification of water as potable or not, based on chemical readings – do we need ML or AI for this?</a:t>
            </a:r>
          </a:p>
          <a:p>
            <a:r>
              <a:rPr lang="en-AU"/>
              <a:t>Prediction of bushfire at a certain location based on current weather conditions and knowledge of where bushfires are burning – why would AI/ML work better than conventional methods?</a:t>
            </a:r>
          </a:p>
          <a:p>
            <a:r>
              <a:rPr lang="en-AU"/>
              <a:t>Diagnosis of diabetes based on non-invasive measurement of vital signs – accuracy is low relative to simple blood test.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26A41B-AC87-7E34-6B44-EE9EEABD7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514350"/>
            <a:ext cx="7988300" cy="369332"/>
          </a:xfrm>
        </p:spPr>
        <p:txBody>
          <a:bodyPr/>
          <a:lstStyle/>
          <a:p>
            <a:r>
              <a:rPr lang="en-AU"/>
              <a:t>Negative Examples…</a:t>
            </a:r>
          </a:p>
        </p:txBody>
      </p:sp>
    </p:spTree>
    <p:extLst>
      <p:ext uri="{BB962C8B-B14F-4D97-AF65-F5344CB8AC3E}">
        <p14:creationId xmlns:p14="http://schemas.microsoft.com/office/powerpoint/2010/main" val="20989413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605A0-8DAF-F556-3B15-E22CFE714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Q&amp;A – what do you want to know?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136FB5-28C7-D69B-C7AF-1D64903E6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20" y="1289784"/>
            <a:ext cx="2881563" cy="28815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0A740B-713A-657E-55D0-E2807B77A3EC}"/>
              </a:ext>
            </a:extLst>
          </p:cNvPr>
          <p:cNvSpPr txBox="1"/>
          <p:nvPr/>
        </p:nvSpPr>
        <p:spPr>
          <a:xfrm>
            <a:off x="4278429" y="2084234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>
                <a:hlinkClick r:id="rId3"/>
              </a:rPr>
              <a:t>https://app.sli.do/event/tQrbCkdiYkbtHg2hXoN2ji</a:t>
            </a:r>
            <a:r>
              <a:rPr lang="en-AU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13909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9E4263C-4344-08BB-9BC5-158F25C7807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U"/>
              <a:t>What’s Coming Up?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C14513-8488-310F-0D72-4B55B187BC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AU"/>
              <a:t>Next Week’s Class</a:t>
            </a:r>
          </a:p>
        </p:txBody>
      </p:sp>
    </p:spTree>
    <p:extLst>
      <p:ext uri="{BB962C8B-B14F-4D97-AF65-F5344CB8AC3E}">
        <p14:creationId xmlns:p14="http://schemas.microsoft.com/office/powerpoint/2010/main" val="17452871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38BB0-5440-DC51-32F1-F12CC3C42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736598"/>
            <a:ext cx="7988300" cy="369332"/>
          </a:xfrm>
        </p:spPr>
        <p:txBody>
          <a:bodyPr/>
          <a:lstStyle/>
          <a:p>
            <a:r>
              <a:rPr lang="en-AU"/>
              <a:t>Week 2 Preview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4A132-E273-833C-8A88-3C561BA518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512346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99703-28B5-0C0B-A00C-391627CC9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020" y="652001"/>
            <a:ext cx="6752303" cy="586863"/>
          </a:xfrm>
        </p:spPr>
        <p:txBody>
          <a:bodyPr/>
          <a:lstStyle/>
          <a:p>
            <a:r>
              <a:rPr lang="en-AU" dirty="0"/>
              <a:t>Short Survey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F48D72-4823-7EDB-0981-BB60CB6FD1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3064" y="1494502"/>
            <a:ext cx="2978213" cy="3127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340521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s">
  <a:themeElements>
    <a:clrScheme name="University of Sydney 2022_2">
      <a:dk1>
        <a:srgbClr val="000000"/>
      </a:dk1>
      <a:lt1>
        <a:srgbClr val="FFFFFF"/>
      </a:lt1>
      <a:dk2>
        <a:srgbClr val="414141"/>
      </a:dk2>
      <a:lt2>
        <a:srgbClr val="FCEDE2"/>
      </a:lt2>
      <a:accent1>
        <a:srgbClr val="E64626"/>
      </a:accent1>
      <a:accent2>
        <a:srgbClr val="414141"/>
      </a:accent2>
      <a:accent3>
        <a:srgbClr val="71A399"/>
      </a:accent3>
      <a:accent4>
        <a:srgbClr val="DAA8A2"/>
      </a:accent4>
      <a:accent5>
        <a:srgbClr val="8F9EC9"/>
      </a:accent5>
      <a:accent6>
        <a:srgbClr val="1A345E"/>
      </a:accent6>
      <a:hlink>
        <a:srgbClr val="E64626"/>
      </a:hlink>
      <a:folHlink>
        <a:srgbClr val="F0513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cknowledgement of Country">
  <a:themeElements>
    <a:clrScheme name="University of Sydney 2022_2">
      <a:dk1>
        <a:srgbClr val="000000"/>
      </a:dk1>
      <a:lt1>
        <a:srgbClr val="FFFFFF"/>
      </a:lt1>
      <a:dk2>
        <a:srgbClr val="414141"/>
      </a:dk2>
      <a:lt2>
        <a:srgbClr val="FCEDE2"/>
      </a:lt2>
      <a:accent1>
        <a:srgbClr val="E64626"/>
      </a:accent1>
      <a:accent2>
        <a:srgbClr val="414141"/>
      </a:accent2>
      <a:accent3>
        <a:srgbClr val="71A399"/>
      </a:accent3>
      <a:accent4>
        <a:srgbClr val="DAA8A2"/>
      </a:accent4>
      <a:accent5>
        <a:srgbClr val="8F9EC9"/>
      </a:accent5>
      <a:accent6>
        <a:srgbClr val="1A345E"/>
      </a:accent6>
      <a:hlink>
        <a:srgbClr val="E64626"/>
      </a:hlink>
      <a:folHlink>
        <a:srgbClr val="F05133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pter break">
  <a:themeElements>
    <a:clrScheme name="University of Sydney 2022_2">
      <a:dk1>
        <a:srgbClr val="000000"/>
      </a:dk1>
      <a:lt1>
        <a:srgbClr val="FFFFFF"/>
      </a:lt1>
      <a:dk2>
        <a:srgbClr val="414141"/>
      </a:dk2>
      <a:lt2>
        <a:srgbClr val="FCEDE2"/>
      </a:lt2>
      <a:accent1>
        <a:srgbClr val="E64626"/>
      </a:accent1>
      <a:accent2>
        <a:srgbClr val="414141"/>
      </a:accent2>
      <a:accent3>
        <a:srgbClr val="71A399"/>
      </a:accent3>
      <a:accent4>
        <a:srgbClr val="DAA8A2"/>
      </a:accent4>
      <a:accent5>
        <a:srgbClr val="8F9EC9"/>
      </a:accent5>
      <a:accent6>
        <a:srgbClr val="1A345E"/>
      </a:accent6>
      <a:hlink>
        <a:srgbClr val="E64626"/>
      </a:hlink>
      <a:folHlink>
        <a:srgbClr val="F0513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Graphic slides">
  <a:themeElements>
    <a:clrScheme name="University of Sydney 2022_2">
      <a:dk1>
        <a:srgbClr val="000000"/>
      </a:dk1>
      <a:lt1>
        <a:srgbClr val="FFFFFF"/>
      </a:lt1>
      <a:dk2>
        <a:srgbClr val="414141"/>
      </a:dk2>
      <a:lt2>
        <a:srgbClr val="FCEDE2"/>
      </a:lt2>
      <a:accent1>
        <a:srgbClr val="E64626"/>
      </a:accent1>
      <a:accent2>
        <a:srgbClr val="414141"/>
      </a:accent2>
      <a:accent3>
        <a:srgbClr val="71A399"/>
      </a:accent3>
      <a:accent4>
        <a:srgbClr val="DAA8A2"/>
      </a:accent4>
      <a:accent5>
        <a:srgbClr val="8F9EC9"/>
      </a:accent5>
      <a:accent6>
        <a:srgbClr val="1A345E"/>
      </a:accent6>
      <a:hlink>
        <a:srgbClr val="E64626"/>
      </a:hlink>
      <a:folHlink>
        <a:srgbClr val="F0513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Content slides">
  <a:themeElements>
    <a:clrScheme name="University of Sydney 2022_2">
      <a:dk1>
        <a:srgbClr val="000000"/>
      </a:dk1>
      <a:lt1>
        <a:srgbClr val="FFFFFF"/>
      </a:lt1>
      <a:dk2>
        <a:srgbClr val="414141"/>
      </a:dk2>
      <a:lt2>
        <a:srgbClr val="FCEDE2"/>
      </a:lt2>
      <a:accent1>
        <a:srgbClr val="E64626"/>
      </a:accent1>
      <a:accent2>
        <a:srgbClr val="414141"/>
      </a:accent2>
      <a:accent3>
        <a:srgbClr val="71A399"/>
      </a:accent3>
      <a:accent4>
        <a:srgbClr val="DAA8A2"/>
      </a:accent4>
      <a:accent5>
        <a:srgbClr val="8F9EC9"/>
      </a:accent5>
      <a:accent6>
        <a:srgbClr val="1A345E"/>
      </a:accent6>
      <a:hlink>
        <a:srgbClr val="E64626"/>
      </a:hlink>
      <a:folHlink>
        <a:srgbClr val="F0513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Updates_No accent bar">
  <a:themeElements>
    <a:clrScheme name="University of Sydney 2022_2">
      <a:dk1>
        <a:srgbClr val="000000"/>
      </a:dk1>
      <a:lt1>
        <a:srgbClr val="FFFFFF"/>
      </a:lt1>
      <a:dk2>
        <a:srgbClr val="414141"/>
      </a:dk2>
      <a:lt2>
        <a:srgbClr val="FCEDE2"/>
      </a:lt2>
      <a:accent1>
        <a:srgbClr val="E64626"/>
      </a:accent1>
      <a:accent2>
        <a:srgbClr val="414141"/>
      </a:accent2>
      <a:accent3>
        <a:srgbClr val="71A399"/>
      </a:accent3>
      <a:accent4>
        <a:srgbClr val="DAA8A2"/>
      </a:accent4>
      <a:accent5>
        <a:srgbClr val="8F9EC9"/>
      </a:accent5>
      <a:accent6>
        <a:srgbClr val="1A345E"/>
      </a:accent6>
      <a:hlink>
        <a:srgbClr val="E64626"/>
      </a:hlink>
      <a:folHlink>
        <a:srgbClr val="F0513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10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816997-155E-46AF-9CAE-911D55A09D86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0ce08e05-0336-4c14-ab8c-87c211297105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342e17a-d69a-4a7c-aca9-8c457aad35e5">
      <Terms xmlns="http://schemas.microsoft.com/office/infopath/2007/PartnerControls"/>
    </lcf76f155ced4ddcb4097134ff3c332f>
    <TaxCatchAll xmlns="b4ec80fd-8431-40c0-a290-862af3148ca3" xsi:nil="true"/>
    <Reportpage xmlns="7342e17a-d69a-4a7c-aca9-8c457aad35e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92580B121D5040ACF1C3BB881AB73F" ma:contentTypeVersion="14" ma:contentTypeDescription="Create a new document." ma:contentTypeScope="" ma:versionID="1091cb38004b44c441a10ca9df3dc410">
  <xsd:schema xmlns:xsd="http://www.w3.org/2001/XMLSchema" xmlns:xs="http://www.w3.org/2001/XMLSchema" xmlns:p="http://schemas.microsoft.com/office/2006/metadata/properties" xmlns:ns2="7342e17a-d69a-4a7c-aca9-8c457aad35e5" xmlns:ns3="b4ec80fd-8431-40c0-a290-862af3148ca3" targetNamespace="http://schemas.microsoft.com/office/2006/metadata/properties" ma:root="true" ma:fieldsID="fcf02c74aee6b19046370ebc49fc1b2d" ns2:_="" ns3:_="">
    <xsd:import namespace="7342e17a-d69a-4a7c-aca9-8c457aad35e5"/>
    <xsd:import namespace="b4ec80fd-8431-40c0-a290-862af3148ca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LengthInSeconds" minOccurs="0"/>
                <xsd:element ref="ns2:Reportpag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42e17a-d69a-4a7c-aca9-8c457aad35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b492977-2dea-498c-99b4-1555f3d0d9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Reportpage" ma:index="21" nillable="true" ma:displayName="Report page" ma:format="Dropdown" ma:internalName="Reportpag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ec80fd-8431-40c0-a290-862af3148ca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73a6383-9aee-48ca-96a5-76a7fec42c51}" ma:internalName="TaxCatchAll" ma:showField="CatchAllData" ma:web="b4ec80fd-8431-40c0-a290-862af3148ca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59B7B7D-D26A-4C33-826F-DADE54E4FDF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D04B00-E890-4682-9295-DDD3DDE8268D}">
  <ds:schemaRefs>
    <ds:schemaRef ds:uri="http://www.w3.org/XML/1998/namespace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purl.org/dc/elements/1.1/"/>
    <ds:schemaRef ds:uri="b4ec80fd-8431-40c0-a290-862af3148ca3"/>
    <ds:schemaRef ds:uri="http://schemas.microsoft.com/office/2006/documentManagement/types"/>
    <ds:schemaRef ds:uri="http://schemas.microsoft.com/office/2006/metadata/properties"/>
    <ds:schemaRef ds:uri="7342e17a-d69a-4a7c-aca9-8c457aad35e5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EC600DA-0CD9-417B-AFD4-46018338836A}">
  <ds:schemaRefs>
    <ds:schemaRef ds:uri="7342e17a-d69a-4a7c-aca9-8c457aad35e5"/>
    <ds:schemaRef ds:uri="b4ec80fd-8431-40c0-a290-862af3148ca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7214</TotalTime>
  <Words>3182</Words>
  <Application>Microsoft Macintosh PowerPoint</Application>
  <PresentationFormat>On-screen Show (16:9)</PresentationFormat>
  <Paragraphs>281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39</vt:i4>
      </vt:variant>
    </vt:vector>
  </HeadingPairs>
  <TitlesOfParts>
    <vt:vector size="55" baseType="lpstr">
      <vt:lpstr>System Font Regular</vt:lpstr>
      <vt:lpstr>Times</vt:lpstr>
      <vt:lpstr>Aptos</vt:lpstr>
      <vt:lpstr>Arial</vt:lpstr>
      <vt:lpstr>Calibri</vt:lpstr>
      <vt:lpstr>Cambria Math</vt:lpstr>
      <vt:lpstr>Courier New</vt:lpstr>
      <vt:lpstr>Gill Sans MT</vt:lpstr>
      <vt:lpstr>Symbol</vt:lpstr>
      <vt:lpstr>Times New Roman</vt:lpstr>
      <vt:lpstr>Title slides</vt:lpstr>
      <vt:lpstr>Acknowledgement of Country</vt:lpstr>
      <vt:lpstr>Chapter break</vt:lpstr>
      <vt:lpstr>Graphic slides</vt:lpstr>
      <vt:lpstr>Content slides</vt:lpstr>
      <vt:lpstr>Updates_No accent bar</vt:lpstr>
      <vt:lpstr>ENGG2112 Multi-Disciplinary Engineering</vt:lpstr>
      <vt:lpstr>PowerPoint Presentation</vt:lpstr>
      <vt:lpstr>Unit Coordinators/Lecturers</vt:lpstr>
      <vt:lpstr>Tutors</vt:lpstr>
      <vt:lpstr>Lectures and Tutorials</vt:lpstr>
      <vt:lpstr>Tutorials</vt:lpstr>
      <vt:lpstr>Shift in Focus</vt:lpstr>
      <vt:lpstr>What is in ENGG2112</vt:lpstr>
      <vt:lpstr>Assessments</vt:lpstr>
      <vt:lpstr>Attendance</vt:lpstr>
      <vt:lpstr>Learning Objectives</vt:lpstr>
      <vt:lpstr>PowerPoint Presentation</vt:lpstr>
      <vt:lpstr>A Toolbox for Solving Complex Problems</vt:lpstr>
      <vt:lpstr>Issues and Open Questions</vt:lpstr>
      <vt:lpstr>Good Practices When Using AI</vt:lpstr>
      <vt:lpstr>Formative Assessments</vt:lpstr>
      <vt:lpstr>Technical Underpinnings of AI</vt:lpstr>
      <vt:lpstr>What is AI/ML? </vt:lpstr>
      <vt:lpstr>Definition of artificial intelligence (?)</vt:lpstr>
      <vt:lpstr>What Does AI Mean Today?</vt:lpstr>
      <vt:lpstr>Abstract view of Machine Learning: Model</vt:lpstr>
      <vt:lpstr>Abstract view of Machine Learning: Model</vt:lpstr>
      <vt:lpstr>Abstract view of machine learning: Training/learning</vt:lpstr>
      <vt:lpstr>Abstract view of machine learning: Deployment</vt:lpstr>
      <vt:lpstr>Keys to the Rapid Development of ML </vt:lpstr>
      <vt:lpstr>Traditional Methods Still Matter - Shouldn’t Discard Them</vt:lpstr>
      <vt:lpstr>PowerPoint Presentation</vt:lpstr>
      <vt:lpstr>Aims of the Group Project</vt:lpstr>
      <vt:lpstr>Career Preparation and Employability</vt:lpstr>
      <vt:lpstr>Broad Project Objectives</vt:lpstr>
      <vt:lpstr>PowerPoint Presentation</vt:lpstr>
      <vt:lpstr>Drones for Surveillance and Tracking</vt:lpstr>
      <vt:lpstr>Cybersecurity</vt:lpstr>
      <vt:lpstr>Detecting Driver Fatigue</vt:lpstr>
      <vt:lpstr>Negative Examples…</vt:lpstr>
      <vt:lpstr>Q&amp;A – what do you want to know?</vt:lpstr>
      <vt:lpstr>PowerPoint Presentation</vt:lpstr>
      <vt:lpstr>Week 2 Preview</vt:lpstr>
      <vt:lpstr>Short Survey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Teng Joon Lim</dc:creator>
  <cp:lastModifiedBy>Teng Joon Lim</cp:lastModifiedBy>
  <cp:revision>2</cp:revision>
  <cp:lastPrinted>1601-01-01T00:00:00Z</cp:lastPrinted>
  <dcterms:created xsi:type="dcterms:W3CDTF">2022-10-08T02:11:21Z</dcterms:created>
  <dcterms:modified xsi:type="dcterms:W3CDTF">2026-08-02T12:04:02Z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2022-10-08T00:00:00Z</vt:filetime>
  </property>
  <property fmtid="{D5CDD505-2E9C-101B-9397-08002B2CF9AE}" pid="3" name="Creator">
    <vt:lpwstr>Adobe InDesign 17.0 (Macintosh)</vt:lpwstr>
  </property>
  <property fmtid="{D5CDD505-2E9C-101B-9397-08002B2CF9AE}" pid="4" name="LastSaved">
    <vt:filetime>2022-10-08T00:00:00Z</vt:filetime>
  </property>
  <property fmtid="{D5CDD505-2E9C-101B-9397-08002B2CF9AE}" pid="5" name="Producer">
    <vt:lpwstr>Adobe PDF Library 16.0.3</vt:lpwstr>
  </property>
  <property fmtid="{D5CDD505-2E9C-101B-9397-08002B2CF9AE}" pid="6" name="ContentTypeId">
    <vt:lpwstr>0x0101002592580B121D5040ACF1C3BB881AB73F</vt:lpwstr>
  </property>
  <property fmtid="{D5CDD505-2E9C-101B-9397-08002B2CF9AE}" pid="7" name="MediaServiceImageTags">
    <vt:lpwstr/>
  </property>
</Properties>
</file>